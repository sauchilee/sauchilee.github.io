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耶稣真的从死里复活了吗？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Did Jesus Really Rise from the Dead?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耶稣复活：公认的事实（一）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344168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188720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耶稣被罗马人钉十字架而死。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67128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D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2322576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他被埋葬，很可能是葬在私人的坟墓里。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45536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3300984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145536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不久之后，门徒们灰心丧志、悲痛忧伤，失去了盼望。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4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D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" y="4279392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23944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耶稣下葬后不久，人们就发现他的坟墓是空的。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02352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5257800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102352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门徒们有过一些经历，他们相信那是复活的耶稣真实显现。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263640"/>
            <a:ext cx="105156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Gary Habermas,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The Risen Jesus and Future Hope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(2003)</a:t>
            </a:r>
          </a:p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Norman Geisler &amp; Frank Turek,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I Don’t Have Enough Faith to Be an Atheist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耶稣复活：公认的事实（二）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344168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188720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因着这些经历，门徒的生命被彻底改变，他们甚至愿意为自己的信仰而死。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67128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D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2322576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复活的宣讲从很早就开始了，从教会历史之初，福音信息就以耶稣的死与复活为中心。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45536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3300984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145536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门徒公开见证并传讲复活，就在耶路撒冷——耶稣不久之前被钉十字架、被埋葬的地方。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4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D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" y="4279392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23944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耶稣的弟弟雅各，此前是个怀疑者，因相信自己也见到了复活的耶稣而归信。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02352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5257800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102352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几年之后，大数的扫罗（保罗）成为基督徒，是因为一次他也相信是复活耶稣向他显现的经历。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263640"/>
            <a:ext cx="105156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Gary Habermas,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The Risen Jesus and Future Hope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(2003)</a:t>
            </a:r>
          </a:p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Norman Geisler &amp; Frank Turek,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I Don’t Have Enough Faith to Be an Atheist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复活带来的改变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4535424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68580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800" b="1" lang="zh-CN">
                          <a:solidFill>
                            <a:srgbClr val="0A101A"/>
                          </a:solidFill>
                          <a:latin typeface="PingFang SC Semibold"/>
                          <a:ea typeface="PingFang SC Semibold"/>
                        </a:rPr>
                        <a:t>复活前的信仰</a:t>
                      </a:r>
                    </a:p>
                  </a:txBody>
                  <a:tcPr anchor="ctr" marL="228600" marR="137160" marT="36576" marB="36576">
                    <a:solidFill>
                      <a:srgbClr val="D4A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1" lang="zh-CN">
                          <a:solidFill>
                            <a:srgbClr val="0A101A"/>
                          </a:solidFill>
                          <a:latin typeface="PingFang SC Semibold"/>
                          <a:ea typeface="PingFang SC Semibold"/>
                        </a:rPr>
                        <a:t>复活后的信仰</a:t>
                      </a:r>
                    </a:p>
                  </a:txBody>
                  <a:tcPr anchor="ctr" marL="228600" marR="137160" marT="36576" marB="36576">
                    <a:solidFill>
                      <a:srgbClr val="D4AF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动物献祭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不再需要，因为基督的献祭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摩西律法的约束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不再约束，因为已被基督的一生所成全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严格的一神论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三位一体（一个神圣本质中的三个位格）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安息日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被主日崇拜所取代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得胜的弥赛亚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受苦献祭的弥赛亚（他再来时才得胜）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割礼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被洗礼和圣餐所取代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律法和先知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3D98C"/>
                          </a:solidFill>
                          <a:latin typeface="PingFang SC Semibold"/>
                          <a:ea typeface="PingFang SC Semibold"/>
                        </a:rPr>
                        <a:t>律法、先知和使徒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263640"/>
            <a:ext cx="105156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Gary Habermas,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The Risen Jesus and Future Hope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(2003)</a:t>
            </a:r>
          </a:p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Norman Geisler &amp; Frank Turek,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I Don’t Have Enough Faith to Be an Atheist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