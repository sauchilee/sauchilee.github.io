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66" r:id="rId5"/>
    <p:sldId id="268" r:id="rId6"/>
    <p:sldId id="267" r:id="rId7"/>
    <p:sldId id="272" r:id="rId8"/>
    <p:sldId id="276" r:id="rId9"/>
    <p:sldId id="277" r:id="rId10"/>
    <p:sldId id="278" r:id="rId11"/>
    <p:sldId id="279" r:id="rId12"/>
    <p:sldId id="280" r:id="rId13"/>
    <p:sldId id="281" r:id="rId14"/>
    <p:sldId id="286" r:id="rId15"/>
    <p:sldId id="284" r:id="rId16"/>
    <p:sldId id="270" r:id="rId17"/>
    <p:sldId id="258" r:id="rId18"/>
    <p:sldId id="25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-109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interSettings" Target="printerSettings/printerSettings1.bin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21754-75F1-C949-8C1D-EC971EF12DDC}" type="datetimeFigureOut">
              <a:rPr lang="en-US" smtClean="0"/>
              <a:t>8/2/24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24A0-C37D-764C-B1CC-7ED95F301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28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21754-75F1-C949-8C1D-EC971EF12DDC}" type="datetimeFigureOut">
              <a:rPr lang="en-US" smtClean="0"/>
              <a:t>8/2/24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24A0-C37D-764C-B1CC-7ED95F301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6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21754-75F1-C949-8C1D-EC971EF12DDC}" type="datetimeFigureOut">
              <a:rPr lang="en-US" smtClean="0"/>
              <a:t>8/2/24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24A0-C37D-764C-B1CC-7ED95F301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52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21754-75F1-C949-8C1D-EC971EF12DDC}" type="datetimeFigureOut">
              <a:rPr lang="en-US" smtClean="0"/>
              <a:t>8/2/24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24A0-C37D-764C-B1CC-7ED95F301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71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21754-75F1-C949-8C1D-EC971EF12DDC}" type="datetimeFigureOut">
              <a:rPr lang="en-US" smtClean="0"/>
              <a:t>8/2/24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24A0-C37D-764C-B1CC-7ED95F301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0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21754-75F1-C949-8C1D-EC971EF12DDC}" type="datetimeFigureOut">
              <a:rPr lang="en-US" smtClean="0"/>
              <a:t>8/2/24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24A0-C37D-764C-B1CC-7ED95F301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1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21754-75F1-C949-8C1D-EC971EF12DDC}" type="datetimeFigureOut">
              <a:rPr lang="en-US" smtClean="0"/>
              <a:t>8/2/24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24A0-C37D-764C-B1CC-7ED95F301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27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21754-75F1-C949-8C1D-EC971EF12DDC}" type="datetimeFigureOut">
              <a:rPr lang="en-US" smtClean="0"/>
              <a:t>8/2/24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24A0-C37D-764C-B1CC-7ED95F301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59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21754-75F1-C949-8C1D-EC971EF12DDC}" type="datetimeFigureOut">
              <a:rPr lang="en-US" smtClean="0"/>
              <a:t>8/2/24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24A0-C37D-764C-B1CC-7ED95F301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0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21754-75F1-C949-8C1D-EC971EF12DDC}" type="datetimeFigureOut">
              <a:rPr lang="en-US" smtClean="0"/>
              <a:t>8/2/24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24A0-C37D-764C-B1CC-7ED95F301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76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21754-75F1-C949-8C1D-EC971EF12DDC}" type="datetimeFigureOut">
              <a:rPr lang="en-US" smtClean="0"/>
              <a:t>8/2/24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24A0-C37D-764C-B1CC-7ED95F301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149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21754-75F1-C949-8C1D-EC971EF12DDC}" type="datetimeFigureOut">
              <a:rPr lang="en-US" smtClean="0"/>
              <a:t>8/2/24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424A0-C37D-764C-B1CC-7ED95F301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70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nbible.com/1_peter/3-15.htm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nbible.com/matthew/14-25.htm" TargetMode="External"/><Relationship Id="rId3" Type="http://schemas.openxmlformats.org/officeDocument/2006/relationships/hyperlink" Target="https://cnbible.com/matthew/14-26.htm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nbible.com/matthew/14-30.ht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nbible.com/matthew/14-25.htm" TargetMode="External"/><Relationship Id="rId4" Type="http://schemas.openxmlformats.org/officeDocument/2006/relationships/hyperlink" Target="https://cnbible.com/matthew/14-26.htm" TargetMode="External"/><Relationship Id="rId5" Type="http://schemas.openxmlformats.org/officeDocument/2006/relationships/hyperlink" Target="https://cnbible.com/matthew/14-30.htm" TargetMode="External"/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nbible.com/1_peter/3-15.ht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nbible.com/psalms/23-2.htm" TargetMode="External"/><Relationship Id="rId4" Type="http://schemas.openxmlformats.org/officeDocument/2006/relationships/hyperlink" Target="https://cnbible.com/psalms/23-3.htm" TargetMode="External"/><Relationship Id="rId5" Type="http://schemas.openxmlformats.org/officeDocument/2006/relationships/hyperlink" Target="https://cnbible.com/psalms/23-4.htm" TargetMode="External"/><Relationship Id="rId6" Type="http://schemas.openxmlformats.org/officeDocument/2006/relationships/hyperlink" Target="https://cnbible.com/psalms/23-5.htm" TargetMode="External"/><Relationship Id="rId7" Type="http://schemas.openxmlformats.org/officeDocument/2006/relationships/hyperlink" Target="https://cnbible.com/psalms/23-6.htm" TargetMode="External"/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nbible.com/psalms/23-1.ht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nbible.com/hebrews/2-15.htm" TargetMode="External"/><Relationship Id="rId4" Type="http://schemas.openxmlformats.org/officeDocument/2006/relationships/hyperlink" Target="https://cnbible.com/acts/20-24.htm" TargetMode="External"/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nbible.com/hebrews/2-14.htm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nbible.com/philippians/1-14.htm" TargetMode="External"/><Relationship Id="rId3" Type="http://schemas.openxmlformats.org/officeDocument/2006/relationships/hyperlink" Target="https://cnbible.com/hebrews/2-14.htm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nbible.com/hebrews/12-28.htm" TargetMode="External"/><Relationship Id="rId4" Type="http://schemas.openxmlformats.org/officeDocument/2006/relationships/hyperlink" Target="https://cnbible.com/hebrews/12-29.htm" TargetMode="External"/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nbible.com/proverbs/9-10.htm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nbible.com/ephesians/5-21.htm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nbible.com/philippians/2-12.htm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nbible.com/genesis/28-16.htm" TargetMode="External"/><Relationship Id="rId3" Type="http://schemas.openxmlformats.org/officeDocument/2006/relationships/hyperlink" Target="https://cnbible.com/genesis/28-17.htm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nbible.com/psalms/23-2.htm" TargetMode="External"/><Relationship Id="rId4" Type="http://schemas.openxmlformats.org/officeDocument/2006/relationships/hyperlink" Target="https://cnbible.com/psalms/23-3.htm" TargetMode="External"/><Relationship Id="rId5" Type="http://schemas.openxmlformats.org/officeDocument/2006/relationships/hyperlink" Target="https://cnbible.com/psalms/23-4.htm" TargetMode="External"/><Relationship Id="rId6" Type="http://schemas.openxmlformats.org/officeDocument/2006/relationships/hyperlink" Target="https://cnbible.com/psalms/23-5.htm" TargetMode="External"/><Relationship Id="rId7" Type="http://schemas.openxmlformats.org/officeDocument/2006/relationships/hyperlink" Target="https://cnbible.com/psalms/23-6.htm" TargetMode="External"/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nbible.com/psalms/23-1.htm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1250"/>
            <a:ext cx="7772400" cy="1470025"/>
          </a:xfrm>
        </p:spPr>
        <p:txBody>
          <a:bodyPr>
            <a:noAutofit/>
          </a:bodyPr>
          <a:lstStyle/>
          <a:p>
            <a:r>
              <a:rPr lang="en-US" sz="7200" b="1" dirty="0"/>
              <a:t>FEAR THE LORD</a:t>
            </a:r>
            <a:r>
              <a:rPr lang="en-US" sz="7200" dirty="0"/>
              <a:t/>
            </a:r>
            <a:br>
              <a:rPr lang="en-US" sz="7200" dirty="0"/>
            </a:br>
            <a:r>
              <a:rPr lang="en-US" sz="7200" b="1" dirty="0"/>
              <a:t>敬畏神</a:t>
            </a:r>
            <a:r>
              <a:rPr lang="en-US" sz="7200" dirty="0"/>
              <a:t/>
            </a:r>
            <a:br>
              <a:rPr lang="en-US" sz="7200" dirty="0"/>
            </a:b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2851635"/>
            <a:ext cx="7892129" cy="3606478"/>
          </a:xfrm>
        </p:spPr>
        <p:txBody>
          <a:bodyPr>
            <a:normAutofit fontScale="92500" lnSpcReduction="10000"/>
          </a:bodyPr>
          <a:lstStyle/>
          <a:p>
            <a:pPr lvl="0" algn="l"/>
            <a:r>
              <a:rPr lang="en-US" sz="3900" b="1" dirty="0">
                <a:solidFill>
                  <a:srgbClr val="FF0000"/>
                </a:solidFill>
              </a:rPr>
              <a:t>What do we fear</a:t>
            </a:r>
            <a:r>
              <a:rPr lang="en-US" sz="3900" b="1" dirty="0" smtClean="0">
                <a:solidFill>
                  <a:srgbClr val="FF0000"/>
                </a:solidFill>
              </a:rPr>
              <a:t>?</a:t>
            </a:r>
            <a:r>
              <a:rPr lang="zh-TW" altLang="en-US" sz="3900" b="1" dirty="0">
                <a:solidFill>
                  <a:srgbClr val="FF0000"/>
                </a:solidFill>
              </a:rPr>
              <a:t> </a:t>
            </a:r>
            <a:endParaRPr lang="en-US" altLang="zh-TW" sz="3900" b="1" dirty="0" smtClean="0">
              <a:solidFill>
                <a:srgbClr val="FF0000"/>
              </a:solidFill>
            </a:endParaRPr>
          </a:p>
          <a:p>
            <a:pPr lvl="1" algn="l"/>
            <a:r>
              <a:rPr lang="en-US" altLang="zh-TW" sz="3900" b="1" dirty="0" smtClean="0">
                <a:solidFill>
                  <a:srgbClr val="FF0000"/>
                </a:solidFill>
              </a:rPr>
              <a:t>	</a:t>
            </a:r>
            <a:r>
              <a:rPr lang="zh-TW" altLang="en-US" sz="3900" b="1" dirty="0" smtClean="0">
                <a:solidFill>
                  <a:srgbClr val="FF0000"/>
                </a:solidFill>
              </a:rPr>
              <a:t>我们害怕什么</a:t>
            </a:r>
            <a:r>
              <a:rPr lang="zh-TW" altLang="en-US" sz="3900" b="1" dirty="0">
                <a:solidFill>
                  <a:srgbClr val="FF0000"/>
                </a:solidFill>
              </a:rPr>
              <a:t>？</a:t>
            </a:r>
            <a:endParaRPr lang="en-US" sz="3900" b="1" dirty="0" smtClean="0">
              <a:solidFill>
                <a:srgbClr val="FF0000"/>
              </a:solidFill>
            </a:endParaRPr>
          </a:p>
          <a:p>
            <a:pPr lvl="0" algn="l"/>
            <a:r>
              <a:rPr lang="en-US" sz="3900" b="1" dirty="0">
                <a:solidFill>
                  <a:srgbClr val="FF0000"/>
                </a:solidFill>
              </a:rPr>
              <a:t>What the Bible teaches us not to </a:t>
            </a:r>
            <a:r>
              <a:rPr lang="en-US" sz="3900" b="1" dirty="0" smtClean="0">
                <a:solidFill>
                  <a:srgbClr val="FF0000"/>
                </a:solidFill>
              </a:rPr>
              <a:t>fear</a:t>
            </a:r>
            <a:r>
              <a:rPr lang="en-US" sz="3900" b="1" dirty="0" smtClean="0">
                <a:solidFill>
                  <a:srgbClr val="FF0000"/>
                </a:solidFill>
                <a:effectLst/>
              </a:rPr>
              <a:t>?</a:t>
            </a:r>
          </a:p>
          <a:p>
            <a:pPr lvl="0" algn="l"/>
            <a:r>
              <a:rPr lang="en-US" altLang="zh-TW" sz="3900" b="1" dirty="0">
                <a:solidFill>
                  <a:srgbClr val="FF0000"/>
                </a:solidFill>
              </a:rPr>
              <a:t>	</a:t>
            </a:r>
            <a:r>
              <a:rPr lang="en-US" altLang="zh-TW" sz="3900" b="1" dirty="0" smtClean="0">
                <a:solidFill>
                  <a:srgbClr val="FF0000"/>
                </a:solidFill>
              </a:rPr>
              <a:t>	</a:t>
            </a:r>
            <a:r>
              <a:rPr lang="zh-TW" altLang="en-US" sz="3900" b="1" dirty="0" smtClean="0">
                <a:solidFill>
                  <a:srgbClr val="FF0000"/>
                </a:solidFill>
              </a:rPr>
              <a:t>圣经教导我们不要害怕什么？</a:t>
            </a:r>
            <a:endParaRPr lang="en-US" altLang="zh-TW" sz="3900" b="1" dirty="0" smtClean="0">
              <a:solidFill>
                <a:srgbClr val="FF0000"/>
              </a:solidFill>
            </a:endParaRPr>
          </a:p>
          <a:p>
            <a:pPr lvl="0" algn="l"/>
            <a:r>
              <a:rPr lang="en-US" sz="3900" b="1" dirty="0" smtClean="0">
                <a:solidFill>
                  <a:srgbClr val="FF0000"/>
                </a:solidFill>
              </a:rPr>
              <a:t>What </a:t>
            </a:r>
            <a:r>
              <a:rPr lang="en-US" sz="3900" b="1" dirty="0">
                <a:solidFill>
                  <a:srgbClr val="FF0000"/>
                </a:solidFill>
              </a:rPr>
              <a:t>the Bible teaches us to fear</a:t>
            </a:r>
            <a:r>
              <a:rPr lang="en-US" sz="3900" b="1" dirty="0" smtClean="0">
                <a:solidFill>
                  <a:srgbClr val="FF0000"/>
                </a:solidFill>
              </a:rPr>
              <a:t>?</a:t>
            </a:r>
          </a:p>
          <a:p>
            <a:pPr lvl="0" algn="l"/>
            <a:r>
              <a:rPr lang="en-US" altLang="zh-TW" sz="3900" b="1" dirty="0">
                <a:solidFill>
                  <a:srgbClr val="FF0000"/>
                </a:solidFill>
              </a:rPr>
              <a:t>	</a:t>
            </a:r>
            <a:r>
              <a:rPr lang="en-US" altLang="zh-TW" sz="3900" b="1" dirty="0" smtClean="0">
                <a:solidFill>
                  <a:srgbClr val="FF0000"/>
                </a:solidFill>
              </a:rPr>
              <a:t>	</a:t>
            </a:r>
            <a:r>
              <a:rPr lang="zh-TW" altLang="en-US" sz="3900" b="1" dirty="0" smtClean="0">
                <a:solidFill>
                  <a:srgbClr val="FF0000"/>
                </a:solidFill>
              </a:rPr>
              <a:t>圣经教导我们</a:t>
            </a:r>
            <a:r>
              <a:rPr lang="zh-TW" altLang="en-US" sz="3900" b="1" dirty="0">
                <a:solidFill>
                  <a:srgbClr val="FF0000"/>
                </a:solidFill>
              </a:rPr>
              <a:t>要</a:t>
            </a:r>
            <a:r>
              <a:rPr lang="zh-TW" altLang="en-US" sz="3900" b="1" dirty="0" smtClean="0">
                <a:solidFill>
                  <a:srgbClr val="FF0000"/>
                </a:solidFill>
              </a:rPr>
              <a:t>害怕什么</a:t>
            </a:r>
            <a:r>
              <a:rPr lang="zh-TW" altLang="en-US" sz="3900" b="1" dirty="0">
                <a:solidFill>
                  <a:srgbClr val="FF0000"/>
                </a:solidFill>
              </a:rPr>
              <a:t>？</a:t>
            </a:r>
          </a:p>
          <a:p>
            <a:pPr marL="514350" indent="-514350" algn="l">
              <a:buFont typeface="+mj-lt"/>
              <a:buAutoNum type="arabicPeriod"/>
            </a:pPr>
            <a:endParaRPr lang="en-US" dirty="0" smtClean="0">
              <a:solidFill>
                <a:srgbClr val="FF000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0077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784" y="479266"/>
            <a:ext cx="886845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4400" b="1" dirty="0"/>
              <a:t>What do we fear</a:t>
            </a:r>
            <a:r>
              <a:rPr lang="en-US" sz="4400" b="1" dirty="0" smtClean="0"/>
              <a:t>?</a:t>
            </a:r>
            <a:r>
              <a:rPr lang="zh-TW" altLang="en-US" sz="4400" b="1" dirty="0">
                <a:solidFill>
                  <a:srgbClr val="FF0000"/>
                </a:solidFill>
              </a:rPr>
              <a:t>我们害怕什么？</a:t>
            </a:r>
            <a:endParaRPr lang="en-US" sz="4400" dirty="0"/>
          </a:p>
          <a:p>
            <a:pPr marL="514350" indent="-514350">
              <a:buFont typeface="+mj-lt"/>
              <a:buAutoNum type="alphaLcParenR"/>
            </a:pPr>
            <a:r>
              <a:rPr lang="en-US" sz="4400" dirty="0"/>
              <a:t>Fear man  </a:t>
            </a:r>
            <a:r>
              <a:rPr lang="en-US" sz="4400" dirty="0" smtClean="0"/>
              <a:t>人 </a:t>
            </a:r>
            <a:r>
              <a:rPr lang="en-US" sz="4400" dirty="0" smtClean="0"/>
              <a:t>-</a:t>
            </a:r>
            <a:r>
              <a:rPr lang="en-US" sz="4400" dirty="0" smtClean="0"/>
              <a:t>-- 不要</a:t>
            </a:r>
            <a:r>
              <a:rPr lang="en-US" sz="4400" dirty="0"/>
              <a:t>怕人的威嚇</a:t>
            </a:r>
            <a:r>
              <a:rPr lang="en-US" sz="4400" u="sng" dirty="0" smtClean="0"/>
              <a:t> </a:t>
            </a:r>
            <a:r>
              <a:rPr lang="en-US" sz="4400" dirty="0" smtClean="0"/>
              <a:t>，</a:t>
            </a:r>
            <a:r>
              <a:rPr lang="en-US" sz="4400" dirty="0"/>
              <a:t>也不要驚慌； </a:t>
            </a:r>
            <a:r>
              <a:rPr lang="en-US" sz="4400" u="sng" dirty="0">
                <a:hlinkClick r:id="rId2"/>
              </a:rPr>
              <a:t>15 </a:t>
            </a:r>
            <a:r>
              <a:rPr lang="en-US" sz="4400" dirty="0"/>
              <a:t>只要心裏尊主基督為聖。(彼前 3:14-15</a:t>
            </a:r>
            <a:r>
              <a:rPr lang="en-US" sz="4400" dirty="0" smtClean="0"/>
              <a:t>)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2249007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784" y="479266"/>
            <a:ext cx="886845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4400" b="1" dirty="0"/>
              <a:t>What do we fear?</a:t>
            </a:r>
            <a:r>
              <a:rPr lang="zh-TW" altLang="en-US" sz="4400" b="1" dirty="0">
                <a:solidFill>
                  <a:srgbClr val="FF0000"/>
                </a:solidFill>
              </a:rPr>
              <a:t>我们害怕什么？</a:t>
            </a:r>
            <a:endParaRPr lang="en-US" sz="4400" dirty="0"/>
          </a:p>
          <a:p>
            <a:pPr marL="514350" indent="-514350">
              <a:buFont typeface="+mj-lt"/>
              <a:buAutoNum type="alphaLcParenR"/>
            </a:pPr>
            <a:r>
              <a:rPr lang="en-US" sz="4400" dirty="0" smtClean="0">
                <a:solidFill>
                  <a:srgbClr val="D9D9D9"/>
                </a:solidFill>
              </a:rPr>
              <a:t>Fear </a:t>
            </a:r>
            <a:r>
              <a:rPr lang="en-US" sz="4400" dirty="0">
                <a:solidFill>
                  <a:srgbClr val="D9D9D9"/>
                </a:solidFill>
              </a:rPr>
              <a:t>man  </a:t>
            </a:r>
            <a:r>
              <a:rPr lang="en-US" sz="4400" dirty="0" smtClean="0">
                <a:solidFill>
                  <a:srgbClr val="D9D9D9"/>
                </a:solidFill>
              </a:rPr>
              <a:t>人</a:t>
            </a:r>
            <a:endParaRPr lang="en-US" sz="4400" dirty="0" smtClean="0">
              <a:solidFill>
                <a:srgbClr val="D9D9D9"/>
              </a:solidFill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sz="4400" dirty="0" smtClean="0"/>
              <a:t>Fear </a:t>
            </a:r>
            <a:r>
              <a:rPr lang="en-US" sz="4400" dirty="0"/>
              <a:t>Ghosts </a:t>
            </a:r>
            <a:r>
              <a:rPr lang="en-US" sz="4400" dirty="0" smtClean="0"/>
              <a:t>鬼</a:t>
            </a:r>
            <a:r>
              <a:rPr lang="en-US" sz="4400" dirty="0" smtClean="0"/>
              <a:t>-</a:t>
            </a:r>
            <a:r>
              <a:rPr lang="en-US" sz="4400" dirty="0" smtClean="0"/>
              <a:t>-- </a:t>
            </a:r>
            <a:r>
              <a:rPr lang="en-US" sz="4400" u="sng" dirty="0" smtClean="0">
                <a:hlinkClick r:id="rId2"/>
              </a:rPr>
              <a:t>25</a:t>
            </a:r>
            <a:r>
              <a:rPr lang="en-US" sz="4400" u="sng" dirty="0">
                <a:hlinkClick r:id="rId2"/>
              </a:rPr>
              <a:t> </a:t>
            </a:r>
            <a:r>
              <a:rPr lang="en-US" sz="4400" dirty="0"/>
              <a:t>夜裏四更天，耶穌在海面上走，往門徒那裏去。 </a:t>
            </a:r>
            <a:r>
              <a:rPr lang="en-US" sz="4400" u="sng" dirty="0">
                <a:hlinkClick r:id="rId3"/>
              </a:rPr>
              <a:t>26 </a:t>
            </a:r>
            <a:r>
              <a:rPr lang="en-US" sz="4400" dirty="0"/>
              <a:t>門徒看見他在海面上走，就驚慌了，說：「是個鬼怪！」便害怕，喊叫起來。(太 14: 25-26</a:t>
            </a:r>
            <a:r>
              <a:rPr lang="en-US" sz="4400" dirty="0" smtClean="0"/>
              <a:t>)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2893801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784" y="479266"/>
            <a:ext cx="886845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4400" b="1" dirty="0"/>
              <a:t>What do we fear?</a:t>
            </a:r>
            <a:r>
              <a:rPr lang="zh-TW" altLang="en-US" sz="4400" b="1" dirty="0">
                <a:solidFill>
                  <a:srgbClr val="FF0000"/>
                </a:solidFill>
              </a:rPr>
              <a:t>我们害怕什么？</a:t>
            </a:r>
            <a:endParaRPr lang="en-US" sz="4400" dirty="0"/>
          </a:p>
          <a:p>
            <a:pPr marL="514350" indent="-514350">
              <a:buFont typeface="+mj-lt"/>
              <a:buAutoNum type="alphaLcParenR"/>
            </a:pPr>
            <a:r>
              <a:rPr lang="en-US" sz="4400" dirty="0" smtClean="0">
                <a:solidFill>
                  <a:srgbClr val="D9D9D9"/>
                </a:solidFill>
              </a:rPr>
              <a:t>Fear </a:t>
            </a:r>
            <a:r>
              <a:rPr lang="en-US" sz="4400" dirty="0">
                <a:solidFill>
                  <a:srgbClr val="D9D9D9"/>
                </a:solidFill>
              </a:rPr>
              <a:t>man  </a:t>
            </a:r>
            <a:r>
              <a:rPr lang="en-US" sz="4400" dirty="0" smtClean="0">
                <a:solidFill>
                  <a:srgbClr val="D9D9D9"/>
                </a:solidFill>
              </a:rPr>
              <a:t>人</a:t>
            </a:r>
            <a:endParaRPr lang="en-US" sz="4400" dirty="0" smtClean="0">
              <a:solidFill>
                <a:srgbClr val="D9D9D9"/>
              </a:solidFill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sz="4400" dirty="0" smtClean="0">
                <a:solidFill>
                  <a:srgbClr val="D9D9D9"/>
                </a:solidFill>
              </a:rPr>
              <a:t>Fear </a:t>
            </a:r>
            <a:r>
              <a:rPr lang="en-US" sz="4400" dirty="0">
                <a:solidFill>
                  <a:srgbClr val="D9D9D9"/>
                </a:solidFill>
              </a:rPr>
              <a:t>Ghosts </a:t>
            </a:r>
            <a:r>
              <a:rPr lang="en-US" sz="4400" dirty="0" smtClean="0">
                <a:solidFill>
                  <a:srgbClr val="D9D9D9"/>
                </a:solidFill>
              </a:rPr>
              <a:t>鬼</a:t>
            </a:r>
            <a:endParaRPr lang="en-US" sz="4400" dirty="0" smtClean="0">
              <a:solidFill>
                <a:srgbClr val="D9D9D9"/>
              </a:solidFill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sz="4400" dirty="0" smtClean="0"/>
              <a:t>Fear Death </a:t>
            </a:r>
            <a:r>
              <a:rPr lang="en-US" sz="4400" dirty="0" smtClean="0"/>
              <a:t>死亡 </a:t>
            </a:r>
            <a:r>
              <a:rPr lang="en-US" sz="4400" dirty="0" smtClean="0"/>
              <a:t>--- 彼得就從船上下去，在水面上走，要到耶穌那裏去； </a:t>
            </a:r>
            <a:r>
              <a:rPr lang="en-US" sz="4400" u="sng" dirty="0" smtClean="0">
                <a:hlinkClick r:id="rId2"/>
              </a:rPr>
              <a:t>30 </a:t>
            </a:r>
            <a:r>
              <a:rPr lang="en-US" sz="4400" dirty="0" smtClean="0"/>
              <a:t>只因見風甚大，就害怕，將要沉下去，便喊着說：「主啊，救我！」 (太 14: 29-30)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2893801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784" y="479266"/>
            <a:ext cx="886845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200" b="1" dirty="0"/>
              <a:t>What do we fear?</a:t>
            </a:r>
            <a:r>
              <a:rPr lang="zh-TW" altLang="en-US" sz="3200" b="1" dirty="0">
                <a:solidFill>
                  <a:srgbClr val="FF0000"/>
                </a:solidFill>
              </a:rPr>
              <a:t>我们害怕什么？</a:t>
            </a:r>
            <a:endParaRPr lang="en-US" sz="3200" dirty="0"/>
          </a:p>
          <a:p>
            <a:pPr marL="514350" indent="-514350">
              <a:buFont typeface="+mj-lt"/>
              <a:buAutoNum type="alphaLcParenR"/>
            </a:pPr>
            <a:r>
              <a:rPr lang="en-US" sz="3200" dirty="0" smtClean="0"/>
              <a:t>Fear </a:t>
            </a:r>
            <a:r>
              <a:rPr lang="en-US" sz="3200" dirty="0"/>
              <a:t>man  </a:t>
            </a:r>
            <a:r>
              <a:rPr lang="en-US" sz="3200" dirty="0" smtClean="0"/>
              <a:t>人 </a:t>
            </a:r>
            <a:r>
              <a:rPr lang="en-US" sz="3200" dirty="0" smtClean="0"/>
              <a:t>-</a:t>
            </a:r>
            <a:r>
              <a:rPr lang="en-US" sz="3200" dirty="0" smtClean="0"/>
              <a:t>-- 不要</a:t>
            </a:r>
            <a:r>
              <a:rPr lang="en-US" sz="3200" dirty="0"/>
              <a:t>怕人的威嚇</a:t>
            </a:r>
            <a:r>
              <a:rPr lang="en-US" sz="3200" u="sng" dirty="0" smtClean="0"/>
              <a:t> </a:t>
            </a:r>
            <a:r>
              <a:rPr lang="en-US" sz="3200" dirty="0" smtClean="0"/>
              <a:t>，</a:t>
            </a:r>
            <a:r>
              <a:rPr lang="en-US" sz="3200" dirty="0"/>
              <a:t>也不要驚慌； </a:t>
            </a:r>
            <a:r>
              <a:rPr lang="en-US" sz="3200" u="sng" dirty="0">
                <a:hlinkClick r:id="rId2"/>
              </a:rPr>
              <a:t>15 </a:t>
            </a:r>
            <a:r>
              <a:rPr lang="en-US" sz="3200" dirty="0"/>
              <a:t>只要心裏尊主基督為聖。(彼前 3:14-15)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3200" dirty="0"/>
              <a:t>Fear Ghosts </a:t>
            </a:r>
            <a:r>
              <a:rPr lang="en-US" sz="3200" dirty="0" smtClean="0"/>
              <a:t>鬼 </a:t>
            </a:r>
            <a:r>
              <a:rPr lang="en-US" sz="3200" dirty="0" smtClean="0"/>
              <a:t>-</a:t>
            </a:r>
            <a:r>
              <a:rPr lang="en-US" sz="3200" dirty="0" smtClean="0"/>
              <a:t>-- </a:t>
            </a:r>
            <a:r>
              <a:rPr lang="en-US" sz="3200" u="sng" dirty="0" smtClean="0">
                <a:hlinkClick r:id="rId3"/>
              </a:rPr>
              <a:t>25</a:t>
            </a:r>
            <a:r>
              <a:rPr lang="en-US" sz="3200" u="sng" dirty="0">
                <a:hlinkClick r:id="rId3"/>
              </a:rPr>
              <a:t> </a:t>
            </a:r>
            <a:r>
              <a:rPr lang="en-US" sz="3200" dirty="0"/>
              <a:t>夜裏四更天，耶穌在海面上走，往門徒那裏去。 </a:t>
            </a:r>
            <a:r>
              <a:rPr lang="en-US" sz="3200" u="sng" dirty="0">
                <a:hlinkClick r:id="rId4"/>
              </a:rPr>
              <a:t>26 </a:t>
            </a:r>
            <a:r>
              <a:rPr lang="en-US" sz="3200" dirty="0"/>
              <a:t>門徒看見他在海面上走，就驚慌了，說：「是個鬼怪！」便害怕，喊叫起來。(太 14: 25-26)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3200" dirty="0"/>
              <a:t>Fear </a:t>
            </a:r>
            <a:r>
              <a:rPr lang="en-US" sz="3200" dirty="0" smtClean="0"/>
              <a:t>Death </a:t>
            </a:r>
            <a:r>
              <a:rPr lang="en-US" sz="3200" dirty="0" smtClean="0"/>
              <a:t>死亡 </a:t>
            </a:r>
            <a:r>
              <a:rPr lang="en-US" sz="3200" dirty="0" smtClean="0"/>
              <a:t>-</a:t>
            </a:r>
            <a:r>
              <a:rPr lang="en-US" sz="3200" dirty="0" smtClean="0"/>
              <a:t>-- 彼得</a:t>
            </a:r>
            <a:r>
              <a:rPr lang="en-US" sz="3200" dirty="0"/>
              <a:t>就從船上下去，在水面上走，要到耶穌那裏去； </a:t>
            </a:r>
            <a:r>
              <a:rPr lang="en-US" sz="3200" u="sng" dirty="0">
                <a:hlinkClick r:id="rId5"/>
              </a:rPr>
              <a:t>30 </a:t>
            </a:r>
            <a:r>
              <a:rPr lang="en-US" sz="3200" dirty="0"/>
              <a:t>只因見風甚大，就害怕，將要沉下去，便喊着說：「主啊，救我！」 (太 14: 29-30)</a:t>
            </a:r>
          </a:p>
        </p:txBody>
      </p:sp>
    </p:spTree>
    <p:extLst>
      <p:ext uri="{BB962C8B-B14F-4D97-AF65-F5344CB8AC3E}">
        <p14:creationId xmlns:p14="http://schemas.microsoft.com/office/powerpoint/2010/main" val="12893801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784" y="0"/>
            <a:ext cx="8868452" cy="74789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chemeClr val="bg1">
                    <a:lumMod val="85000"/>
                  </a:schemeClr>
                </a:solidFill>
              </a:rPr>
              <a:t>What do we fear</a:t>
            </a:r>
            <a:r>
              <a:rPr lang="en-US" sz="3200" b="1" dirty="0" smtClean="0">
                <a:solidFill>
                  <a:schemeClr val="bg1">
                    <a:lumMod val="85000"/>
                  </a:schemeClr>
                </a:solidFill>
              </a:rPr>
              <a:t>?</a:t>
            </a:r>
            <a:r>
              <a:rPr lang="en-US" sz="3200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endParaRPr lang="en-US" sz="3200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en-US" sz="3200" dirty="0" smtClean="0">
                <a:solidFill>
                  <a:schemeClr val="bg1">
                    <a:lumMod val="85000"/>
                  </a:schemeClr>
                </a:solidFill>
              </a:rPr>
              <a:t>Fear </a:t>
            </a:r>
            <a:r>
              <a:rPr lang="en-US" sz="3200" dirty="0" smtClean="0">
                <a:solidFill>
                  <a:schemeClr val="bg1">
                    <a:lumMod val="85000"/>
                  </a:schemeClr>
                </a:solidFill>
              </a:rPr>
              <a:t>man/Ghosts/</a:t>
            </a:r>
            <a:r>
              <a:rPr lang="en-US" sz="3200" dirty="0" smtClean="0">
                <a:solidFill>
                  <a:schemeClr val="bg1">
                    <a:lumMod val="85000"/>
                  </a:schemeClr>
                </a:solidFill>
              </a:rPr>
              <a:t>Death </a:t>
            </a:r>
            <a:r>
              <a:rPr lang="en-US" sz="3200" dirty="0" smtClean="0">
                <a:solidFill>
                  <a:schemeClr val="bg1">
                    <a:lumMod val="85000"/>
                  </a:schemeClr>
                </a:solidFill>
              </a:rPr>
              <a:t>人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/鬼/死亡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200" b="1" dirty="0" smtClean="0"/>
              <a:t>What </a:t>
            </a:r>
            <a:r>
              <a:rPr lang="en-US" sz="3200" b="1" dirty="0"/>
              <a:t>the Bible teaches us not to </a:t>
            </a:r>
            <a:r>
              <a:rPr lang="en-US" sz="3200" b="1" dirty="0" smtClean="0"/>
              <a:t>fear</a:t>
            </a:r>
            <a:r>
              <a:rPr lang="en-US" sz="3200" b="1" dirty="0" smtClean="0"/>
              <a:t>?</a:t>
            </a:r>
            <a:r>
              <a:rPr lang="zh-TW" altLang="en-US" sz="3200" b="1" dirty="0">
                <a:solidFill>
                  <a:srgbClr val="FF0000"/>
                </a:solidFill>
              </a:rPr>
              <a:t>圣经教导我们不要害怕什么？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Not to fear our </a:t>
            </a:r>
            <a:r>
              <a:rPr lang="en-US" sz="3200" dirty="0"/>
              <a:t>provision, health, and </a:t>
            </a:r>
            <a:r>
              <a:rPr lang="en-US" sz="3200" dirty="0" smtClean="0"/>
              <a:t>life</a:t>
            </a:r>
          </a:p>
          <a:p>
            <a:pPr lvl="2"/>
            <a:r>
              <a:rPr lang="zh-TW" altLang="en-US" sz="3200" b="1" dirty="0" smtClean="0">
                <a:solidFill>
                  <a:srgbClr val="000000"/>
                </a:solidFill>
              </a:rPr>
              <a:t>供应</a:t>
            </a:r>
            <a:r>
              <a:rPr lang="en-US" altLang="zh-TW" sz="3200" b="1" dirty="0">
                <a:solidFill>
                  <a:srgbClr val="000000"/>
                </a:solidFill>
              </a:rPr>
              <a:t>/</a:t>
            </a:r>
            <a:r>
              <a:rPr lang="zh-TW" altLang="en-US" sz="3200" b="1" dirty="0">
                <a:solidFill>
                  <a:srgbClr val="000000"/>
                </a:solidFill>
              </a:rPr>
              <a:t>健康</a:t>
            </a:r>
            <a:r>
              <a:rPr lang="en-US" altLang="zh-TW" sz="3200" b="1" dirty="0">
                <a:solidFill>
                  <a:srgbClr val="000000"/>
                </a:solidFill>
              </a:rPr>
              <a:t>/</a:t>
            </a:r>
            <a:r>
              <a:rPr lang="zh-TW" altLang="en-US" sz="3200" b="1" dirty="0" smtClean="0">
                <a:solidFill>
                  <a:srgbClr val="000000"/>
                </a:solidFill>
              </a:rPr>
              <a:t>生</a:t>
            </a:r>
            <a:r>
              <a:rPr lang="zh-TW" altLang="en-US" sz="3200" b="1" dirty="0" smtClean="0">
                <a:solidFill>
                  <a:srgbClr val="000000"/>
                </a:solidFill>
              </a:rPr>
              <a:t>命</a:t>
            </a:r>
            <a:endParaRPr lang="en-US" sz="3200" dirty="0"/>
          </a:p>
          <a:p>
            <a:r>
              <a:rPr lang="en-US" sz="3200" u="sng" dirty="0" smtClean="0">
                <a:hlinkClick r:id="rId2"/>
              </a:rPr>
              <a:t>1</a:t>
            </a:r>
            <a:r>
              <a:rPr lang="en-US" sz="3200" u="sng" dirty="0">
                <a:hlinkClick r:id="rId2"/>
              </a:rPr>
              <a:t> </a:t>
            </a:r>
            <a:r>
              <a:rPr lang="en-US" sz="2800" dirty="0"/>
              <a:t>耶和華是我的牧者，我必不至缺乏。</a:t>
            </a:r>
          </a:p>
          <a:p>
            <a:r>
              <a:rPr lang="en-US" sz="2800" u="sng" dirty="0">
                <a:hlinkClick r:id="rId3"/>
              </a:rPr>
              <a:t>2 </a:t>
            </a:r>
            <a:r>
              <a:rPr lang="en-US" sz="2800" dirty="0"/>
              <a:t>他使我躺臥在青草地上，領我在可安歇的水邊。</a:t>
            </a:r>
          </a:p>
          <a:p>
            <a:r>
              <a:rPr lang="en-US" sz="2800" u="sng" dirty="0">
                <a:hlinkClick r:id="rId4"/>
              </a:rPr>
              <a:t>3 </a:t>
            </a:r>
            <a:r>
              <a:rPr lang="en-US" sz="2800" dirty="0"/>
              <a:t>他使我的靈魂甦醒，為自己的名引導我走義路。</a:t>
            </a:r>
          </a:p>
          <a:p>
            <a:r>
              <a:rPr lang="en-US" sz="2800" u="sng" dirty="0">
                <a:hlinkClick r:id="rId5"/>
              </a:rPr>
              <a:t>4 </a:t>
            </a:r>
            <a:r>
              <a:rPr lang="en-US" sz="2800" dirty="0"/>
              <a:t>我雖然行過死蔭的幽谷，也不怕遭害，因為你與我同在；你的杖，你的竿，都安慰我。</a:t>
            </a:r>
          </a:p>
          <a:p>
            <a:r>
              <a:rPr lang="en-US" sz="2800" u="sng" dirty="0">
                <a:hlinkClick r:id="rId6"/>
              </a:rPr>
              <a:t>5 </a:t>
            </a:r>
            <a:r>
              <a:rPr lang="en-US" sz="2800" dirty="0"/>
              <a:t>在我敵人面前，你為我擺設筵席；你用油膏了我的頭，使我的福杯滿溢。</a:t>
            </a:r>
          </a:p>
          <a:p>
            <a:r>
              <a:rPr lang="en-US" sz="2800" u="sng" dirty="0">
                <a:hlinkClick r:id="rId7"/>
              </a:rPr>
              <a:t>6 </a:t>
            </a:r>
            <a:r>
              <a:rPr lang="en-US" sz="2800" dirty="0"/>
              <a:t>我一生一世必有恩惠慈愛隨着我；我且要住在耶和華的殿中，直到永遠。(詩23)</a:t>
            </a:r>
          </a:p>
          <a:p>
            <a:pPr lvl="0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893801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02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What do we fear?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bg1">
                    <a:lumMod val="85000"/>
                  </a:schemeClr>
                </a:solidFill>
              </a:rPr>
              <a:t>Fear 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man/Ghosts/Death 人/鬼/死亡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 smtClean="0"/>
              <a:t>What </a:t>
            </a:r>
            <a:r>
              <a:rPr lang="en-US" sz="3200" b="1" dirty="0"/>
              <a:t>the Bible teaches us not to fear?</a:t>
            </a:r>
            <a:r>
              <a:rPr lang="zh-TW" altLang="en-US" sz="3200" b="1" dirty="0">
                <a:solidFill>
                  <a:srgbClr val="FF0000"/>
                </a:solidFill>
              </a:rPr>
              <a:t>圣经教导我们不要害怕什么？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>
                <a:solidFill>
                  <a:srgbClr val="D9D9D9"/>
                </a:solidFill>
              </a:rPr>
              <a:t>Not </a:t>
            </a:r>
            <a:r>
              <a:rPr lang="en-US" sz="3200" dirty="0" smtClean="0">
                <a:solidFill>
                  <a:srgbClr val="D9D9D9"/>
                </a:solidFill>
              </a:rPr>
              <a:t>to fear our </a:t>
            </a:r>
            <a:r>
              <a:rPr lang="en-US" sz="3200" dirty="0">
                <a:solidFill>
                  <a:srgbClr val="D9D9D9"/>
                </a:solidFill>
              </a:rPr>
              <a:t>provision, health, and </a:t>
            </a:r>
            <a:r>
              <a:rPr lang="en-US" sz="3200" dirty="0" smtClean="0">
                <a:solidFill>
                  <a:srgbClr val="D9D9D9"/>
                </a:solidFill>
              </a:rPr>
              <a:t>life </a:t>
            </a:r>
            <a:r>
              <a:rPr lang="zh-TW" altLang="en-US" sz="3200" b="1" dirty="0" smtClean="0">
                <a:solidFill>
                  <a:srgbClr val="D9D9D9"/>
                </a:solidFill>
              </a:rPr>
              <a:t>供应</a:t>
            </a:r>
            <a:r>
              <a:rPr lang="en-US" altLang="zh-TW" sz="3200" b="1" dirty="0">
                <a:solidFill>
                  <a:srgbClr val="D9D9D9"/>
                </a:solidFill>
              </a:rPr>
              <a:t>/</a:t>
            </a:r>
            <a:r>
              <a:rPr lang="zh-TW" altLang="en-US" sz="3200" b="1" dirty="0">
                <a:solidFill>
                  <a:srgbClr val="D9D9D9"/>
                </a:solidFill>
              </a:rPr>
              <a:t>健康</a:t>
            </a:r>
            <a:r>
              <a:rPr lang="en-US" altLang="zh-TW" sz="3200" b="1" dirty="0">
                <a:solidFill>
                  <a:srgbClr val="D9D9D9"/>
                </a:solidFill>
              </a:rPr>
              <a:t>/</a:t>
            </a:r>
            <a:r>
              <a:rPr lang="zh-TW" altLang="en-US" sz="3200" b="1" dirty="0">
                <a:solidFill>
                  <a:srgbClr val="D9D9D9"/>
                </a:solidFill>
              </a:rPr>
              <a:t>生命</a:t>
            </a:r>
            <a:endParaRPr lang="en-US" sz="3200" dirty="0">
              <a:solidFill>
                <a:srgbClr val="D9D9D9"/>
              </a:solidFill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Not </a:t>
            </a:r>
            <a:r>
              <a:rPr lang="en-US" sz="3200" dirty="0" smtClean="0"/>
              <a:t>to fear death </a:t>
            </a:r>
            <a:r>
              <a:rPr lang="zh-TW" altLang="en-US" sz="3200" b="1" dirty="0" smtClean="0">
                <a:solidFill>
                  <a:srgbClr val="000000"/>
                </a:solidFill>
              </a:rPr>
              <a:t>死</a:t>
            </a:r>
            <a:endParaRPr lang="en-US" altLang="zh-TW" sz="3200" b="1" dirty="0" smtClean="0">
              <a:solidFill>
                <a:srgbClr val="000000"/>
              </a:solidFill>
            </a:endParaRPr>
          </a:p>
          <a:p>
            <a:pPr marL="971550" lvl="1" indent="-514350">
              <a:buFont typeface="+mj-lt"/>
              <a:buAutoNum type="alphaLcParenR"/>
            </a:pPr>
            <a:endParaRPr lang="en-US" sz="3200" dirty="0"/>
          </a:p>
          <a:p>
            <a:pPr lvl="1"/>
            <a:r>
              <a:rPr lang="en-US" sz="3200" dirty="0" smtClean="0">
                <a:hlinkClick r:id="rId2"/>
              </a:rPr>
              <a:t>14</a:t>
            </a:r>
            <a:r>
              <a:rPr lang="en-US" sz="3200" dirty="0">
                <a:hlinkClick r:id="rId2"/>
              </a:rPr>
              <a:t> </a:t>
            </a:r>
            <a:r>
              <a:rPr lang="en-US" sz="3200" dirty="0"/>
              <a:t>兒女既同有血肉之體，他也照樣親自成了血肉之體，特要藉着死敗壞那掌死權的，就是魔鬼， </a:t>
            </a:r>
            <a:r>
              <a:rPr lang="en-US" sz="3200" dirty="0">
                <a:hlinkClick r:id="rId3"/>
              </a:rPr>
              <a:t>15 </a:t>
            </a:r>
            <a:r>
              <a:rPr lang="en-US" sz="3200" dirty="0"/>
              <a:t>並要釋放那些一生因怕死而為奴僕的人。(來2:14-15</a:t>
            </a:r>
            <a:r>
              <a:rPr lang="en-US" sz="3200" dirty="0" smtClean="0"/>
              <a:t>)</a:t>
            </a:r>
          </a:p>
          <a:p>
            <a:pPr lvl="1"/>
            <a:r>
              <a:rPr lang="en-US" sz="3200" u="sng" dirty="0" smtClean="0">
                <a:hlinkClick r:id="rId4"/>
              </a:rPr>
              <a:t>24</a:t>
            </a:r>
            <a:r>
              <a:rPr lang="en-US" sz="3200" u="sng" dirty="0">
                <a:hlinkClick r:id="rId4"/>
              </a:rPr>
              <a:t> </a:t>
            </a:r>
            <a:r>
              <a:rPr lang="en-US" sz="3200" dirty="0"/>
              <a:t>我卻不以性命為念，也不看為寶貴，只要行完我的路程，成就我從主耶穌所領受的職事，證明神恩惠的福音。 (使 20:24)</a:t>
            </a:r>
          </a:p>
          <a:p>
            <a:pPr marL="971550" lvl="1" indent="-514350">
              <a:buFont typeface="+mj-lt"/>
              <a:buAutoNum type="alphaLcParenR"/>
            </a:pPr>
            <a:endParaRPr lang="en-US" sz="3200" dirty="0"/>
          </a:p>
          <a:p>
            <a:endParaRPr lang="en-US" sz="3200" u="sng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433272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784" y="23963"/>
            <a:ext cx="8868452" cy="8617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What do we fear?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Fear man/Ghosts/Death 人/鬼/死亡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200" b="1" dirty="0" smtClean="0"/>
              <a:t>What </a:t>
            </a:r>
            <a:r>
              <a:rPr lang="en-US" sz="3200" b="1" dirty="0"/>
              <a:t>the Bible teaches us not to fear?</a:t>
            </a:r>
            <a:r>
              <a:rPr lang="zh-TW" altLang="en-US" sz="3200" b="1" dirty="0">
                <a:solidFill>
                  <a:srgbClr val="FF0000"/>
                </a:solidFill>
              </a:rPr>
              <a:t>圣经教导我们不要害怕什么？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>
                <a:solidFill>
                  <a:srgbClr val="D9D9D9"/>
                </a:solidFill>
              </a:rPr>
              <a:t>Not </a:t>
            </a:r>
            <a:r>
              <a:rPr lang="en-US" sz="3200" dirty="0" smtClean="0">
                <a:solidFill>
                  <a:srgbClr val="D9D9D9"/>
                </a:solidFill>
              </a:rPr>
              <a:t>to fear our </a:t>
            </a:r>
            <a:r>
              <a:rPr lang="en-US" sz="3200" dirty="0">
                <a:solidFill>
                  <a:srgbClr val="D9D9D9"/>
                </a:solidFill>
              </a:rPr>
              <a:t>provision, health, and </a:t>
            </a:r>
            <a:r>
              <a:rPr lang="en-US" sz="3200" dirty="0" smtClean="0">
                <a:solidFill>
                  <a:srgbClr val="D9D9D9"/>
                </a:solidFill>
              </a:rPr>
              <a:t>life	      </a:t>
            </a:r>
            <a:r>
              <a:rPr lang="zh-TW" altLang="en-US" sz="3200" b="1" dirty="0" smtClean="0">
                <a:solidFill>
                  <a:srgbClr val="D9D9D9"/>
                </a:solidFill>
              </a:rPr>
              <a:t>供应</a:t>
            </a:r>
            <a:r>
              <a:rPr lang="en-US" altLang="zh-TW" sz="3200" b="1" dirty="0">
                <a:solidFill>
                  <a:srgbClr val="D9D9D9"/>
                </a:solidFill>
              </a:rPr>
              <a:t>/</a:t>
            </a:r>
            <a:r>
              <a:rPr lang="zh-TW" altLang="en-US" sz="3200" b="1" dirty="0">
                <a:solidFill>
                  <a:srgbClr val="D9D9D9"/>
                </a:solidFill>
              </a:rPr>
              <a:t>健康</a:t>
            </a:r>
            <a:r>
              <a:rPr lang="en-US" altLang="zh-TW" sz="3200" b="1" dirty="0">
                <a:solidFill>
                  <a:srgbClr val="D9D9D9"/>
                </a:solidFill>
              </a:rPr>
              <a:t>/</a:t>
            </a:r>
            <a:r>
              <a:rPr lang="zh-TW" altLang="en-US" sz="3200" b="1" dirty="0">
                <a:solidFill>
                  <a:srgbClr val="D9D9D9"/>
                </a:solidFill>
              </a:rPr>
              <a:t>生命</a:t>
            </a:r>
            <a:endParaRPr lang="en-US" sz="3200" dirty="0">
              <a:solidFill>
                <a:srgbClr val="D9D9D9"/>
              </a:solidFill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>
                <a:solidFill>
                  <a:srgbClr val="D9D9D9"/>
                </a:solidFill>
              </a:rPr>
              <a:t>Not </a:t>
            </a:r>
            <a:r>
              <a:rPr lang="en-US" sz="3200" dirty="0" smtClean="0">
                <a:solidFill>
                  <a:srgbClr val="D9D9D9"/>
                </a:solidFill>
              </a:rPr>
              <a:t>to fear </a:t>
            </a:r>
            <a:r>
              <a:rPr lang="en-US" sz="3200" dirty="0" smtClean="0">
                <a:solidFill>
                  <a:srgbClr val="D9D9D9"/>
                </a:solidFill>
              </a:rPr>
              <a:t>death	</a:t>
            </a:r>
            <a:r>
              <a:rPr lang="zh-TW" altLang="en-US" sz="3200" b="1" dirty="0" smtClean="0">
                <a:solidFill>
                  <a:srgbClr val="D9D9D9"/>
                </a:solidFill>
              </a:rPr>
              <a:t>死</a:t>
            </a:r>
            <a:endParaRPr lang="en-US" sz="3200" dirty="0" smtClean="0">
              <a:solidFill>
                <a:srgbClr val="D9D9D9"/>
              </a:solidFill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Not to fear preaching </a:t>
            </a:r>
            <a:r>
              <a:rPr lang="en-US" sz="3200" dirty="0"/>
              <a:t>the Word of God  </a:t>
            </a:r>
            <a:r>
              <a:rPr lang="zh-TW" altLang="en-US" sz="3200" b="1" dirty="0" smtClean="0">
                <a:solidFill>
                  <a:srgbClr val="000000"/>
                </a:solidFill>
              </a:rPr>
              <a:t>传道</a:t>
            </a:r>
            <a:r>
              <a:rPr lang="en-US" altLang="zh-TW" sz="3200" b="1" dirty="0" smtClean="0">
                <a:solidFill>
                  <a:srgbClr val="000000"/>
                </a:solidFill>
              </a:rPr>
              <a:t> </a:t>
            </a:r>
          </a:p>
          <a:p>
            <a:pPr lvl="1"/>
            <a:endParaRPr lang="en-US" sz="3200" dirty="0" smtClean="0"/>
          </a:p>
          <a:p>
            <a:pPr lvl="1"/>
            <a:r>
              <a:rPr lang="en-US" sz="5400" dirty="0" smtClean="0">
                <a:hlinkClick r:id="rId2"/>
              </a:rPr>
              <a:t>14</a:t>
            </a:r>
            <a:r>
              <a:rPr lang="en-US" sz="4400" dirty="0">
                <a:hlinkClick r:id="rId2"/>
              </a:rPr>
              <a:t> </a:t>
            </a:r>
            <a:r>
              <a:rPr lang="en-US" sz="4400" dirty="0"/>
              <a:t>並且那在主裏的弟兄多半因我受的捆鎖就篤信不疑，越發放膽傳神的道，無所懼怕</a:t>
            </a:r>
            <a:r>
              <a:rPr lang="en-US" sz="4400" dirty="0" smtClean="0"/>
              <a:t>。(腓 1:14) </a:t>
            </a:r>
            <a:endParaRPr lang="en-US" sz="4400" dirty="0"/>
          </a:p>
          <a:p>
            <a:pPr marL="971550" lvl="1" indent="-514350">
              <a:buFont typeface="+mj-lt"/>
              <a:buAutoNum type="alphaLcParenR"/>
            </a:pPr>
            <a:endParaRPr lang="en-US" sz="3200" dirty="0" smtClean="0"/>
          </a:p>
          <a:p>
            <a:pPr marL="971550" lvl="1" indent="-514350">
              <a:buFont typeface="+mj-lt"/>
              <a:buAutoNum type="alphaLcParenR"/>
            </a:pPr>
            <a:endParaRPr lang="en-US" sz="3200" dirty="0">
              <a:hlinkClick r:id="rId3"/>
            </a:endParaRPr>
          </a:p>
          <a:p>
            <a:pPr marL="971550" lvl="1" indent="-514350">
              <a:buFont typeface="+mj-lt"/>
              <a:buAutoNum type="alphaLcParenR"/>
            </a:pPr>
            <a:endParaRPr lang="en-US" sz="3200" dirty="0"/>
          </a:p>
          <a:p>
            <a:endParaRPr lang="en-US" sz="3200" u="sng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928165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5945"/>
            <a:ext cx="9144000" cy="84484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3200" b="1" dirty="0">
                <a:solidFill>
                  <a:srgbClr val="D9D9D9"/>
                </a:solidFill>
              </a:rPr>
              <a:t>What do we fear</a:t>
            </a:r>
            <a:r>
              <a:rPr lang="en-US" sz="3200" b="1" dirty="0" smtClean="0">
                <a:solidFill>
                  <a:srgbClr val="D9D9D9"/>
                </a:solidFill>
              </a:rPr>
              <a:t>?</a:t>
            </a:r>
            <a:r>
              <a:rPr lang="en-US" sz="3200" dirty="0" smtClean="0">
                <a:solidFill>
                  <a:srgbClr val="D9D9D9"/>
                </a:solidFill>
              </a:rPr>
              <a:t>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200" b="1" dirty="0" smtClean="0">
                <a:solidFill>
                  <a:srgbClr val="D9D9D9"/>
                </a:solidFill>
              </a:rPr>
              <a:t>What </a:t>
            </a:r>
            <a:r>
              <a:rPr lang="en-US" sz="3200" b="1" dirty="0">
                <a:solidFill>
                  <a:srgbClr val="D9D9D9"/>
                </a:solidFill>
              </a:rPr>
              <a:t>the Bible teaches us not to </a:t>
            </a:r>
            <a:r>
              <a:rPr lang="en-US" sz="3200" b="1" dirty="0" smtClean="0">
                <a:solidFill>
                  <a:srgbClr val="D9D9D9"/>
                </a:solidFill>
              </a:rPr>
              <a:t>fear?</a:t>
            </a:r>
            <a:r>
              <a:rPr lang="en-US" sz="3200" dirty="0" smtClean="0">
                <a:solidFill>
                  <a:srgbClr val="D9D9D9"/>
                </a:solidFill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 smtClean="0"/>
              <a:t>What the Bible teaches us to fear?</a:t>
            </a:r>
            <a:r>
              <a:rPr lang="zh-TW" altLang="en-US" sz="3200" b="1" dirty="0" smtClean="0">
                <a:solidFill>
                  <a:srgbClr val="FF0000"/>
                </a:solidFill>
              </a:rPr>
              <a:t>圣经教导我们</a:t>
            </a:r>
            <a:r>
              <a:rPr lang="zh-TW" altLang="en-US" sz="3200" b="1" dirty="0">
                <a:solidFill>
                  <a:srgbClr val="FF0000"/>
                </a:solidFill>
              </a:rPr>
              <a:t>要</a:t>
            </a:r>
            <a:r>
              <a:rPr lang="zh-TW" altLang="en-US" sz="3200" b="1" dirty="0" smtClean="0">
                <a:solidFill>
                  <a:srgbClr val="FF0000"/>
                </a:solidFill>
              </a:rPr>
              <a:t>害怕什么</a:t>
            </a:r>
            <a:r>
              <a:rPr lang="zh-TW" altLang="en-US" sz="3200" b="1" dirty="0">
                <a:solidFill>
                  <a:srgbClr val="FF0000"/>
                </a:solidFill>
              </a:rPr>
              <a:t>？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Fear God </a:t>
            </a:r>
            <a:r>
              <a:rPr lang="zh-TW" altLang="en-US" sz="3200" b="1" dirty="0" smtClean="0">
                <a:solidFill>
                  <a:srgbClr val="000000"/>
                </a:solidFill>
              </a:rPr>
              <a:t>上帝</a:t>
            </a:r>
            <a:endParaRPr lang="en-US" altLang="zh-TW" sz="3200" b="1" dirty="0" smtClean="0">
              <a:solidFill>
                <a:srgbClr val="000000"/>
              </a:solidFill>
            </a:endParaRPr>
          </a:p>
          <a:p>
            <a:pPr lvl="1"/>
            <a:endParaRPr lang="en-US" sz="3200" dirty="0" smtClean="0"/>
          </a:p>
          <a:p>
            <a:pPr lvl="1"/>
            <a:r>
              <a:rPr lang="en-US" sz="3600" dirty="0" smtClean="0">
                <a:hlinkClick r:id="rId2"/>
              </a:rPr>
              <a:t>10</a:t>
            </a:r>
            <a:r>
              <a:rPr lang="en-US" sz="3600" dirty="0">
                <a:hlinkClick r:id="rId2"/>
              </a:rPr>
              <a:t> </a:t>
            </a:r>
            <a:r>
              <a:rPr lang="en-US" sz="3600" dirty="0"/>
              <a:t>敬畏耶和華是智慧的開端；認識至聖者便是聰明。 (箴 9:10)  </a:t>
            </a:r>
            <a:endParaRPr lang="en-US" sz="3600" dirty="0">
              <a:hlinkClick r:id="rId3"/>
            </a:endParaRPr>
          </a:p>
          <a:p>
            <a:pPr lvl="1"/>
            <a:r>
              <a:rPr lang="en-US" sz="3600" dirty="0" smtClean="0">
                <a:hlinkClick r:id="rId3"/>
              </a:rPr>
              <a:t>28</a:t>
            </a:r>
            <a:r>
              <a:rPr lang="en-US" sz="3600" dirty="0">
                <a:hlinkClick r:id="rId3"/>
              </a:rPr>
              <a:t> </a:t>
            </a:r>
            <a:r>
              <a:rPr lang="en-US" sz="3600" dirty="0"/>
              <a:t>所以，我們既得了不能震動的國，就當感恩，照神所喜悅的，用虔誠、敬畏的心事奉神， </a:t>
            </a:r>
            <a:r>
              <a:rPr lang="en-US" sz="3600" dirty="0">
                <a:hlinkClick r:id="rId4"/>
              </a:rPr>
              <a:t>29 </a:t>
            </a:r>
            <a:r>
              <a:rPr lang="en-US" sz="3600" dirty="0"/>
              <a:t>因為我們的神乃是烈火。 (來12:28-29)</a:t>
            </a:r>
          </a:p>
          <a:p>
            <a:pPr marL="514350" lvl="0" indent="-514350">
              <a:buFont typeface="+mj-lt"/>
              <a:buAutoNum type="arabicPeriod"/>
            </a:pPr>
            <a:endParaRPr lang="en-US" sz="3200" dirty="0" smtClean="0"/>
          </a:p>
          <a:p>
            <a:pPr lvl="1"/>
            <a:r>
              <a:rPr lang="en-US" sz="3200" dirty="0"/>
              <a:t>	</a:t>
            </a:r>
          </a:p>
          <a:p>
            <a:endParaRPr lang="en-US" sz="3200" u="sng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858063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5945"/>
            <a:ext cx="9144000" cy="8694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3200" b="1" dirty="0">
                <a:solidFill>
                  <a:srgbClr val="D9D9D9"/>
                </a:solidFill>
              </a:rPr>
              <a:t>What do we fear</a:t>
            </a:r>
            <a:r>
              <a:rPr lang="en-US" sz="3200" b="1" dirty="0" smtClean="0">
                <a:solidFill>
                  <a:srgbClr val="D9D9D9"/>
                </a:solidFill>
              </a:rPr>
              <a:t>?</a:t>
            </a:r>
            <a:r>
              <a:rPr lang="en-US" sz="3200" dirty="0" smtClean="0">
                <a:solidFill>
                  <a:srgbClr val="D9D9D9"/>
                </a:solidFill>
              </a:rPr>
              <a:t>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200" b="1" dirty="0" smtClean="0">
                <a:solidFill>
                  <a:srgbClr val="D9D9D9"/>
                </a:solidFill>
              </a:rPr>
              <a:t>What </a:t>
            </a:r>
            <a:r>
              <a:rPr lang="en-US" sz="3200" b="1" dirty="0">
                <a:solidFill>
                  <a:srgbClr val="D9D9D9"/>
                </a:solidFill>
              </a:rPr>
              <a:t>the Bible teaches us not to </a:t>
            </a:r>
            <a:r>
              <a:rPr lang="en-US" sz="3200" b="1" dirty="0" smtClean="0">
                <a:solidFill>
                  <a:srgbClr val="D9D9D9"/>
                </a:solidFill>
              </a:rPr>
              <a:t>fear?</a:t>
            </a:r>
            <a:r>
              <a:rPr lang="en-US" sz="3200" dirty="0" smtClean="0">
                <a:solidFill>
                  <a:srgbClr val="D9D9D9"/>
                </a:solidFill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What the Bible teaches us to fear?</a:t>
            </a:r>
            <a:r>
              <a:rPr lang="zh-TW" altLang="en-US" sz="3200" b="1" dirty="0" smtClean="0">
                <a:solidFill>
                  <a:srgbClr val="FF0000"/>
                </a:solidFill>
              </a:rPr>
              <a:t>圣经教导我们</a:t>
            </a:r>
            <a:r>
              <a:rPr lang="zh-TW" altLang="en-US" sz="3200" b="1" dirty="0">
                <a:solidFill>
                  <a:srgbClr val="FF0000"/>
                </a:solidFill>
              </a:rPr>
              <a:t>要</a:t>
            </a:r>
            <a:r>
              <a:rPr lang="zh-TW" altLang="en-US" sz="3200" b="1" dirty="0" smtClean="0">
                <a:solidFill>
                  <a:srgbClr val="FF0000"/>
                </a:solidFill>
              </a:rPr>
              <a:t>害怕什么</a:t>
            </a:r>
            <a:r>
              <a:rPr lang="zh-TW" altLang="en-US" sz="3200" b="1" dirty="0">
                <a:solidFill>
                  <a:srgbClr val="FF0000"/>
                </a:solidFill>
              </a:rPr>
              <a:t>？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4000" dirty="0" smtClean="0">
                <a:solidFill>
                  <a:srgbClr val="D9D9D9"/>
                </a:solidFill>
              </a:rPr>
              <a:t>Fear God </a:t>
            </a:r>
            <a:r>
              <a:rPr lang="zh-TW" altLang="en-US" sz="4000" b="1" dirty="0" smtClean="0">
                <a:solidFill>
                  <a:srgbClr val="D9D9D9"/>
                </a:solidFill>
              </a:rPr>
              <a:t>上帝</a:t>
            </a:r>
            <a:endParaRPr lang="zh-TW" altLang="en-US" sz="4000" b="1" dirty="0">
              <a:solidFill>
                <a:srgbClr val="D9D9D9"/>
              </a:solidFill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en-US" sz="4000" dirty="0" smtClean="0"/>
              <a:t>Fear Christ </a:t>
            </a:r>
            <a:r>
              <a:rPr lang="zh-TW" altLang="en-US" sz="4000" b="1" dirty="0" smtClean="0">
                <a:solidFill>
                  <a:srgbClr val="000000"/>
                </a:solidFill>
              </a:rPr>
              <a:t>基督</a:t>
            </a:r>
            <a:endParaRPr lang="en-US" altLang="zh-TW" sz="4000" b="1" dirty="0" smtClean="0">
              <a:solidFill>
                <a:srgbClr val="000000"/>
              </a:solidFill>
            </a:endParaRPr>
          </a:p>
          <a:p>
            <a:pPr lvl="1"/>
            <a:endParaRPr lang="en-US" sz="5400" dirty="0">
              <a:hlinkClick r:id="rId2"/>
            </a:endParaRPr>
          </a:p>
          <a:p>
            <a:pPr lvl="1"/>
            <a:r>
              <a:rPr lang="en-US" sz="5400" dirty="0" smtClean="0">
                <a:hlinkClick r:id="rId2"/>
              </a:rPr>
              <a:t>21</a:t>
            </a:r>
            <a:r>
              <a:rPr lang="en-US" sz="5400" dirty="0">
                <a:hlinkClick r:id="rId2"/>
              </a:rPr>
              <a:t> </a:t>
            </a:r>
            <a:r>
              <a:rPr lang="en-US" sz="5400" dirty="0"/>
              <a:t>又當存敬畏基督的心，彼此順服。 </a:t>
            </a:r>
            <a:endParaRPr lang="en-US" sz="5400" dirty="0" smtClean="0"/>
          </a:p>
          <a:p>
            <a:pPr lvl="1"/>
            <a:r>
              <a:rPr lang="en-US" sz="5400" dirty="0" smtClean="0"/>
              <a:t>(</a:t>
            </a:r>
            <a:r>
              <a:rPr lang="en-US" sz="5400" dirty="0"/>
              <a:t>弗5:21)</a:t>
            </a:r>
          </a:p>
          <a:p>
            <a:pPr marL="514350" lvl="0" indent="-514350">
              <a:buFont typeface="+mj-lt"/>
              <a:buAutoNum type="arabicPeriod"/>
            </a:pPr>
            <a:endParaRPr lang="en-US" sz="3200" dirty="0" smtClean="0"/>
          </a:p>
          <a:p>
            <a:pPr lvl="1"/>
            <a:r>
              <a:rPr lang="en-US" sz="3200" dirty="0"/>
              <a:t>	</a:t>
            </a:r>
          </a:p>
          <a:p>
            <a:endParaRPr lang="en-US" sz="3200" u="sng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9084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5945"/>
            <a:ext cx="9144000" cy="6848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3200" b="1" dirty="0">
                <a:solidFill>
                  <a:srgbClr val="D9D9D9"/>
                </a:solidFill>
              </a:rPr>
              <a:t>What do we fear</a:t>
            </a:r>
            <a:r>
              <a:rPr lang="en-US" sz="3200" b="1" dirty="0" smtClean="0">
                <a:solidFill>
                  <a:srgbClr val="D9D9D9"/>
                </a:solidFill>
              </a:rPr>
              <a:t>?</a:t>
            </a:r>
            <a:r>
              <a:rPr lang="en-US" sz="3200" dirty="0" smtClean="0">
                <a:solidFill>
                  <a:srgbClr val="D9D9D9"/>
                </a:solidFill>
              </a:rPr>
              <a:t>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200" b="1" dirty="0" smtClean="0">
                <a:solidFill>
                  <a:srgbClr val="D9D9D9"/>
                </a:solidFill>
              </a:rPr>
              <a:t>What </a:t>
            </a:r>
            <a:r>
              <a:rPr lang="en-US" sz="3200" b="1" dirty="0">
                <a:solidFill>
                  <a:srgbClr val="D9D9D9"/>
                </a:solidFill>
              </a:rPr>
              <a:t>the Bible teaches us not to </a:t>
            </a:r>
            <a:r>
              <a:rPr lang="en-US" sz="3200" b="1" dirty="0" smtClean="0">
                <a:solidFill>
                  <a:srgbClr val="D9D9D9"/>
                </a:solidFill>
              </a:rPr>
              <a:t>fear?</a:t>
            </a:r>
            <a:r>
              <a:rPr lang="en-US" sz="3200" dirty="0" smtClean="0">
                <a:solidFill>
                  <a:srgbClr val="D9D9D9"/>
                </a:solidFill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What the Bible teaches us to fear?</a:t>
            </a:r>
            <a:r>
              <a:rPr lang="zh-TW" altLang="en-US" sz="3200" b="1" dirty="0" smtClean="0">
                <a:solidFill>
                  <a:srgbClr val="FF0000"/>
                </a:solidFill>
              </a:rPr>
              <a:t>圣经教导我们</a:t>
            </a:r>
            <a:r>
              <a:rPr lang="zh-TW" altLang="en-US" sz="3200" b="1" dirty="0">
                <a:solidFill>
                  <a:srgbClr val="FF0000"/>
                </a:solidFill>
              </a:rPr>
              <a:t>要</a:t>
            </a:r>
            <a:r>
              <a:rPr lang="zh-TW" altLang="en-US" sz="3200" b="1" dirty="0" smtClean="0">
                <a:solidFill>
                  <a:srgbClr val="FF0000"/>
                </a:solidFill>
              </a:rPr>
              <a:t>害怕什么</a:t>
            </a:r>
            <a:r>
              <a:rPr lang="zh-TW" altLang="en-US" sz="3200" b="1" dirty="0">
                <a:solidFill>
                  <a:srgbClr val="FF0000"/>
                </a:solidFill>
              </a:rPr>
              <a:t>？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4000" dirty="0" smtClean="0">
                <a:solidFill>
                  <a:srgbClr val="D9D9D9"/>
                </a:solidFill>
              </a:rPr>
              <a:t>Fear God  </a:t>
            </a:r>
            <a:r>
              <a:rPr lang="zh-TW" altLang="en-US" sz="4000" b="1" dirty="0" smtClean="0">
                <a:solidFill>
                  <a:srgbClr val="D9D9D9"/>
                </a:solidFill>
              </a:rPr>
              <a:t>上帝</a:t>
            </a:r>
            <a:endParaRPr lang="en-US" sz="4000" dirty="0">
              <a:solidFill>
                <a:srgbClr val="D9D9D9"/>
              </a:solidFill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en-US" sz="4000" dirty="0" smtClean="0">
                <a:solidFill>
                  <a:srgbClr val="D9D9D9"/>
                </a:solidFill>
              </a:rPr>
              <a:t>Fear </a:t>
            </a:r>
            <a:r>
              <a:rPr lang="en-US" sz="4000" dirty="0" smtClean="0">
                <a:solidFill>
                  <a:srgbClr val="D9D9D9"/>
                </a:solidFill>
              </a:rPr>
              <a:t>Christ  </a:t>
            </a:r>
            <a:r>
              <a:rPr lang="zh-TW" altLang="en-US" sz="4000" b="1" dirty="0" smtClean="0">
                <a:solidFill>
                  <a:srgbClr val="D9D9D9"/>
                </a:solidFill>
              </a:rPr>
              <a:t>基督</a:t>
            </a:r>
            <a:endParaRPr lang="en-US" altLang="zh-TW" sz="4000" b="1" dirty="0" smtClean="0">
              <a:solidFill>
                <a:srgbClr val="D9D9D9"/>
              </a:solidFill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en-US" sz="4000" dirty="0" smtClean="0"/>
              <a:t>Fear </a:t>
            </a:r>
            <a:r>
              <a:rPr lang="en-US" sz="4000" dirty="0"/>
              <a:t>and </a:t>
            </a:r>
            <a:r>
              <a:rPr lang="en-US" sz="4000" dirty="0" smtClean="0"/>
              <a:t>trembling  </a:t>
            </a:r>
            <a:r>
              <a:rPr lang="zh-TW" altLang="en-US" sz="4000" b="1" dirty="0" smtClean="0">
                <a:solidFill>
                  <a:srgbClr val="000000"/>
                </a:solidFill>
              </a:rPr>
              <a:t>成圣</a:t>
            </a:r>
            <a:endParaRPr lang="en-US" sz="4000" dirty="0" smtClean="0"/>
          </a:p>
          <a:p>
            <a:pPr marL="971550" lvl="1" indent="-514350">
              <a:buFont typeface="+mj-lt"/>
              <a:buAutoNum type="alphaLcParenR"/>
            </a:pPr>
            <a:endParaRPr lang="en-US" sz="4000" dirty="0">
              <a:hlinkClick r:id="rId2"/>
            </a:endParaRPr>
          </a:p>
          <a:p>
            <a:pPr lvl="1"/>
            <a:r>
              <a:rPr lang="en-US" sz="3600" dirty="0" smtClean="0">
                <a:hlinkClick r:id="rId2"/>
              </a:rPr>
              <a:t>12</a:t>
            </a:r>
            <a:r>
              <a:rPr lang="en-US" sz="3600" dirty="0">
                <a:hlinkClick r:id="rId2"/>
              </a:rPr>
              <a:t> </a:t>
            </a:r>
            <a:r>
              <a:rPr lang="en-US" sz="3600" dirty="0"/>
              <a:t>這樣看來，我親愛的弟兄，你們既是常順服的，不但我在你們那裏，就是我如今不在你們那裏，更是順服的，就當恐懼戰兢作成你們得救的工夫。 (腓 2:12</a:t>
            </a:r>
            <a:r>
              <a:rPr lang="en-US" sz="3600" dirty="0" smtClean="0"/>
              <a:t>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697580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5945"/>
            <a:ext cx="9144000" cy="7048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3200" b="1" dirty="0">
                <a:solidFill>
                  <a:srgbClr val="D9D9D9"/>
                </a:solidFill>
              </a:rPr>
              <a:t>What do we fear</a:t>
            </a:r>
            <a:r>
              <a:rPr lang="en-US" sz="3200" b="1" dirty="0" smtClean="0">
                <a:solidFill>
                  <a:srgbClr val="D9D9D9"/>
                </a:solidFill>
              </a:rPr>
              <a:t>?</a:t>
            </a:r>
            <a:r>
              <a:rPr lang="en-US" sz="3200" dirty="0" smtClean="0">
                <a:solidFill>
                  <a:srgbClr val="D9D9D9"/>
                </a:solidFill>
              </a:rPr>
              <a:t>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200" b="1" dirty="0" smtClean="0">
                <a:solidFill>
                  <a:srgbClr val="D9D9D9"/>
                </a:solidFill>
              </a:rPr>
              <a:t>What </a:t>
            </a:r>
            <a:r>
              <a:rPr lang="en-US" sz="3200" b="1" dirty="0">
                <a:solidFill>
                  <a:srgbClr val="D9D9D9"/>
                </a:solidFill>
              </a:rPr>
              <a:t>the Bible teaches us not to </a:t>
            </a:r>
            <a:r>
              <a:rPr lang="en-US" sz="3200" b="1" dirty="0" smtClean="0">
                <a:solidFill>
                  <a:srgbClr val="D9D9D9"/>
                </a:solidFill>
              </a:rPr>
              <a:t>fear?</a:t>
            </a:r>
            <a:r>
              <a:rPr lang="en-US" sz="3200" dirty="0" smtClean="0">
                <a:solidFill>
                  <a:srgbClr val="D9D9D9"/>
                </a:solidFill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 smtClean="0"/>
              <a:t>What the Bible teaches us to fear?</a:t>
            </a:r>
            <a:r>
              <a:rPr lang="zh-TW" altLang="en-US" sz="3200" b="1" dirty="0" smtClean="0">
                <a:solidFill>
                  <a:srgbClr val="FF0000"/>
                </a:solidFill>
              </a:rPr>
              <a:t>圣经教导我们</a:t>
            </a:r>
            <a:r>
              <a:rPr lang="zh-TW" altLang="en-US" sz="3200" b="1" dirty="0">
                <a:solidFill>
                  <a:srgbClr val="FF0000"/>
                </a:solidFill>
              </a:rPr>
              <a:t>要</a:t>
            </a:r>
            <a:r>
              <a:rPr lang="zh-TW" altLang="en-US" sz="3200" b="1" dirty="0" smtClean="0">
                <a:solidFill>
                  <a:srgbClr val="FF0000"/>
                </a:solidFill>
              </a:rPr>
              <a:t>害怕什么？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600" dirty="0" smtClean="0">
                <a:solidFill>
                  <a:srgbClr val="D9D9D9"/>
                </a:solidFill>
              </a:rPr>
              <a:t>Fear </a:t>
            </a:r>
            <a:r>
              <a:rPr lang="en-US" sz="3600" dirty="0">
                <a:solidFill>
                  <a:srgbClr val="D9D9D9"/>
                </a:solidFill>
              </a:rPr>
              <a:t>God  </a:t>
            </a:r>
            <a:r>
              <a:rPr lang="zh-TW" altLang="en-US" sz="3600" b="1" dirty="0">
                <a:solidFill>
                  <a:srgbClr val="D9D9D9"/>
                </a:solidFill>
              </a:rPr>
              <a:t>上帝</a:t>
            </a:r>
            <a:endParaRPr lang="en-US" sz="3600" dirty="0">
              <a:solidFill>
                <a:srgbClr val="D9D9D9"/>
              </a:solidFill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en-US" sz="3600" dirty="0">
                <a:solidFill>
                  <a:srgbClr val="D9D9D9"/>
                </a:solidFill>
              </a:rPr>
              <a:t>Fear Christ  </a:t>
            </a:r>
            <a:r>
              <a:rPr lang="zh-TW" altLang="en-US" sz="3600" b="1" dirty="0">
                <a:solidFill>
                  <a:srgbClr val="D9D9D9"/>
                </a:solidFill>
              </a:rPr>
              <a:t>基督</a:t>
            </a:r>
            <a:endParaRPr lang="en-US" altLang="zh-TW" sz="3600" b="1" dirty="0">
              <a:solidFill>
                <a:srgbClr val="D9D9D9"/>
              </a:solidFill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en-US" sz="3600" dirty="0">
                <a:solidFill>
                  <a:srgbClr val="D9D9D9"/>
                </a:solidFill>
              </a:rPr>
              <a:t>Fear and trembling  </a:t>
            </a:r>
            <a:r>
              <a:rPr lang="zh-TW" altLang="en-US" sz="3600" b="1" dirty="0">
                <a:solidFill>
                  <a:srgbClr val="D9D9D9"/>
                </a:solidFill>
              </a:rPr>
              <a:t>成圣</a:t>
            </a:r>
            <a:endParaRPr lang="en-US" sz="3600" dirty="0">
              <a:solidFill>
                <a:srgbClr val="D9D9D9"/>
              </a:solidFill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en-US" sz="3600" dirty="0" smtClean="0"/>
              <a:t>Fear falling  </a:t>
            </a:r>
            <a:r>
              <a:rPr lang="zh-TW" altLang="en-US" sz="3600" b="1" dirty="0" smtClean="0">
                <a:solidFill>
                  <a:srgbClr val="000000"/>
                </a:solidFill>
              </a:rPr>
              <a:t>堕落</a:t>
            </a:r>
            <a:endParaRPr lang="en-US" sz="3600" dirty="0" smtClean="0"/>
          </a:p>
          <a:p>
            <a:pPr marL="971550" lvl="1" indent="-514350">
              <a:buFont typeface="+mj-lt"/>
              <a:buAutoNum type="alphaLcParenR"/>
            </a:pPr>
            <a:endParaRPr lang="en-US" sz="3600" dirty="0"/>
          </a:p>
          <a:p>
            <a:pPr lvl="1"/>
            <a:r>
              <a:rPr lang="en-US" sz="4400" dirty="0" smtClean="0"/>
              <a:t>有些人</a:t>
            </a:r>
            <a:r>
              <a:rPr lang="en-US" sz="4400" dirty="0"/>
              <a:t>你們要存懼怕的心憐憫他們，連那被情慾沾染的衣服也當厭惡</a:t>
            </a:r>
            <a:r>
              <a:rPr lang="en-US" sz="4400" dirty="0" smtClean="0"/>
              <a:t>。 (猶 23)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2742085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5945"/>
            <a:ext cx="91440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3200" b="1" dirty="0">
                <a:solidFill>
                  <a:srgbClr val="D9D9D9"/>
                </a:solidFill>
              </a:rPr>
              <a:t>What do we fear</a:t>
            </a:r>
            <a:r>
              <a:rPr lang="en-US" sz="3200" b="1" dirty="0" smtClean="0">
                <a:solidFill>
                  <a:srgbClr val="D9D9D9"/>
                </a:solidFill>
              </a:rPr>
              <a:t>?</a:t>
            </a:r>
            <a:r>
              <a:rPr lang="en-US" sz="3200" dirty="0" smtClean="0">
                <a:solidFill>
                  <a:srgbClr val="D9D9D9"/>
                </a:solidFill>
              </a:rPr>
              <a:t>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200" b="1" dirty="0" smtClean="0">
                <a:solidFill>
                  <a:srgbClr val="D9D9D9"/>
                </a:solidFill>
              </a:rPr>
              <a:t>What </a:t>
            </a:r>
            <a:r>
              <a:rPr lang="en-US" sz="3200" b="1" dirty="0">
                <a:solidFill>
                  <a:srgbClr val="D9D9D9"/>
                </a:solidFill>
              </a:rPr>
              <a:t>the Bible teaches us not to </a:t>
            </a:r>
            <a:r>
              <a:rPr lang="en-US" sz="3200" b="1" dirty="0" smtClean="0">
                <a:solidFill>
                  <a:srgbClr val="D9D9D9"/>
                </a:solidFill>
              </a:rPr>
              <a:t>fear?</a:t>
            </a:r>
            <a:r>
              <a:rPr lang="en-US" sz="3200" dirty="0" smtClean="0">
                <a:solidFill>
                  <a:srgbClr val="D9D9D9"/>
                </a:solidFill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 smtClean="0"/>
              <a:t>What the Bible teaches us to fear?</a:t>
            </a:r>
            <a:r>
              <a:rPr lang="zh-TW" altLang="en-US" sz="3200" b="1" dirty="0" smtClean="0">
                <a:solidFill>
                  <a:srgbClr val="FF0000"/>
                </a:solidFill>
              </a:rPr>
              <a:t>圣经教导我们</a:t>
            </a:r>
            <a:r>
              <a:rPr lang="zh-TW" altLang="en-US" sz="3200" b="1" dirty="0">
                <a:solidFill>
                  <a:srgbClr val="FF0000"/>
                </a:solidFill>
              </a:rPr>
              <a:t>要</a:t>
            </a:r>
            <a:r>
              <a:rPr lang="zh-TW" altLang="en-US" sz="3200" b="1" dirty="0" smtClean="0">
                <a:solidFill>
                  <a:srgbClr val="FF0000"/>
                </a:solidFill>
              </a:rPr>
              <a:t>害怕什么？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>
                <a:solidFill>
                  <a:srgbClr val="D9D9D9"/>
                </a:solidFill>
              </a:rPr>
              <a:t>Fear </a:t>
            </a:r>
            <a:r>
              <a:rPr lang="en-US" sz="3200" dirty="0">
                <a:solidFill>
                  <a:srgbClr val="D9D9D9"/>
                </a:solidFill>
              </a:rPr>
              <a:t>God  </a:t>
            </a:r>
            <a:r>
              <a:rPr lang="zh-TW" altLang="en-US" sz="3200" b="1" dirty="0">
                <a:solidFill>
                  <a:srgbClr val="D9D9D9"/>
                </a:solidFill>
              </a:rPr>
              <a:t>上帝</a:t>
            </a:r>
            <a:endParaRPr lang="en-US" sz="3200" dirty="0">
              <a:solidFill>
                <a:srgbClr val="D9D9D9"/>
              </a:solidFill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>
                <a:solidFill>
                  <a:srgbClr val="D9D9D9"/>
                </a:solidFill>
              </a:rPr>
              <a:t>Fear Christ  </a:t>
            </a:r>
            <a:r>
              <a:rPr lang="zh-TW" altLang="en-US" sz="3200" b="1" dirty="0">
                <a:solidFill>
                  <a:srgbClr val="D9D9D9"/>
                </a:solidFill>
              </a:rPr>
              <a:t>基督</a:t>
            </a:r>
            <a:endParaRPr lang="en-US" altLang="zh-TW" sz="3200" b="1" dirty="0">
              <a:solidFill>
                <a:srgbClr val="D9D9D9"/>
              </a:solidFill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>
                <a:solidFill>
                  <a:srgbClr val="D9D9D9"/>
                </a:solidFill>
              </a:rPr>
              <a:t>Fear and trembling  </a:t>
            </a:r>
            <a:r>
              <a:rPr lang="zh-TW" altLang="en-US" sz="3200" b="1" dirty="0">
                <a:solidFill>
                  <a:srgbClr val="D9D9D9"/>
                </a:solidFill>
              </a:rPr>
              <a:t>成圣</a:t>
            </a:r>
            <a:endParaRPr lang="en-US" sz="3200" dirty="0">
              <a:solidFill>
                <a:srgbClr val="D9D9D9"/>
              </a:solidFill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>
                <a:solidFill>
                  <a:srgbClr val="D9D9D9"/>
                </a:solidFill>
              </a:rPr>
              <a:t>Fear falling  </a:t>
            </a:r>
            <a:r>
              <a:rPr lang="zh-TW" altLang="en-US" sz="3200" b="1" dirty="0">
                <a:solidFill>
                  <a:srgbClr val="D9D9D9"/>
                </a:solidFill>
              </a:rPr>
              <a:t>堕落</a:t>
            </a:r>
            <a:endParaRPr lang="en-US" sz="3200" dirty="0">
              <a:solidFill>
                <a:srgbClr val="D9D9D9"/>
              </a:solidFill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 smtClean="0"/>
              <a:t>Fear </a:t>
            </a:r>
            <a:r>
              <a:rPr lang="en-US" sz="3200" dirty="0">
                <a:solidFill>
                  <a:srgbClr val="008000"/>
                </a:solidFill>
              </a:rPr>
              <a:t>Bethel  </a:t>
            </a:r>
            <a:r>
              <a:rPr lang="en-US" sz="3200" dirty="0" smtClean="0">
                <a:solidFill>
                  <a:srgbClr val="008000"/>
                </a:solidFill>
              </a:rPr>
              <a:t>伯特利</a:t>
            </a:r>
          </a:p>
          <a:p>
            <a:pPr lvl="1"/>
            <a:r>
              <a:rPr lang="en-US" sz="3600" dirty="0" smtClean="0">
                <a:hlinkClick r:id="rId2"/>
              </a:rPr>
              <a:t>16</a:t>
            </a:r>
            <a:r>
              <a:rPr lang="en-US" sz="3600" dirty="0">
                <a:hlinkClick r:id="rId2"/>
              </a:rPr>
              <a:t> </a:t>
            </a:r>
            <a:r>
              <a:rPr lang="en-US" sz="3600" dirty="0"/>
              <a:t>雅各睡醒了，說：「耶和華真在這裏，我竟不知道！」 </a:t>
            </a:r>
            <a:r>
              <a:rPr lang="en-US" sz="3600" dirty="0">
                <a:hlinkClick r:id="rId3"/>
              </a:rPr>
              <a:t>17 </a:t>
            </a:r>
            <a:r>
              <a:rPr lang="en-US" sz="3600" dirty="0"/>
              <a:t>就懼怕，說：「這地方何等可畏！這不是別的，乃是</a:t>
            </a:r>
            <a:r>
              <a:rPr lang="en-US" sz="3600" dirty="0">
                <a:solidFill>
                  <a:srgbClr val="008000"/>
                </a:solidFill>
              </a:rPr>
              <a:t>神的殿</a:t>
            </a:r>
            <a:r>
              <a:rPr lang="en-US" sz="3600" dirty="0"/>
              <a:t>，也是天的門。</a:t>
            </a:r>
            <a:r>
              <a:rPr lang="en-US" sz="3600" dirty="0" smtClean="0"/>
              <a:t>」(創28:17)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397128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15211"/>
            <a:ext cx="9144000" cy="1599514"/>
          </a:xfrm>
        </p:spPr>
        <p:txBody>
          <a:bodyPr>
            <a:noAutofit/>
          </a:bodyPr>
          <a:lstStyle/>
          <a:p>
            <a:r>
              <a:rPr lang="en-US" sz="7200" dirty="0"/>
              <a:t/>
            </a:r>
            <a:br>
              <a:rPr lang="en-US" sz="7200" dirty="0"/>
            </a:br>
            <a:r>
              <a:rPr lang="zh-TW" altLang="en-US" sz="7200" b="1" u="sng" dirty="0">
                <a:solidFill>
                  <a:srgbClr val="3366FF"/>
                </a:solidFill>
              </a:rPr>
              <a:t>圣洁的</a:t>
            </a:r>
            <a:r>
              <a:rPr lang="zh-TW" altLang="en-US" sz="7200" b="1" u="sng" dirty="0" smtClean="0">
                <a:solidFill>
                  <a:srgbClr val="3366FF"/>
                </a:solidFill>
              </a:rPr>
              <a:t>生活</a:t>
            </a:r>
            <a:r>
              <a:rPr lang="en-US" altLang="zh-TW" sz="7200" b="1" u="sng" dirty="0" smtClean="0">
                <a:solidFill>
                  <a:srgbClr val="3366FF"/>
                </a:solidFill>
              </a:rPr>
              <a:t> </a:t>
            </a:r>
            <a:r>
              <a:rPr lang="en-US" altLang="zh-TW" sz="7200" b="1" u="sng" dirty="0" smtClean="0"/>
              <a:t>---</a:t>
            </a:r>
            <a:r>
              <a:rPr lang="en-US" altLang="zh-TW" sz="7200" b="1" u="sng" dirty="0" smtClean="0">
                <a:solidFill>
                  <a:srgbClr val="3366FF"/>
                </a:solidFill>
              </a:rPr>
              <a:t> </a:t>
            </a:r>
            <a:r>
              <a:rPr lang="en-US" sz="7200" b="1" dirty="0" smtClean="0">
                <a:solidFill>
                  <a:srgbClr val="008000"/>
                </a:solidFill>
              </a:rPr>
              <a:t>敬畏</a:t>
            </a:r>
            <a:r>
              <a:rPr lang="en-US" sz="7200" b="1" dirty="0">
                <a:solidFill>
                  <a:srgbClr val="008000"/>
                </a:solidFill>
              </a:rPr>
              <a:t>神</a:t>
            </a:r>
            <a:r>
              <a:rPr lang="en-US" sz="7200" dirty="0">
                <a:solidFill>
                  <a:srgbClr val="3366FF"/>
                </a:solidFill>
              </a:rPr>
              <a:t/>
            </a:r>
            <a:br>
              <a:rPr lang="en-US" sz="7200" dirty="0">
                <a:solidFill>
                  <a:srgbClr val="3366FF"/>
                </a:solidFill>
              </a:rPr>
            </a:br>
            <a:endParaRPr lang="en-US" sz="7200" dirty="0">
              <a:solidFill>
                <a:srgbClr val="3366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3273" y="2114725"/>
            <a:ext cx="8530007" cy="4654910"/>
          </a:xfrm>
        </p:spPr>
        <p:txBody>
          <a:bodyPr>
            <a:normAutofit fontScale="85000" lnSpcReduction="20000"/>
          </a:bodyPr>
          <a:lstStyle/>
          <a:p>
            <a:pPr lvl="0" algn="l"/>
            <a:r>
              <a:rPr lang="en-US" sz="3900" b="1" dirty="0">
                <a:solidFill>
                  <a:srgbClr val="FF0000"/>
                </a:solidFill>
              </a:rPr>
              <a:t>What do we fear?</a:t>
            </a:r>
            <a:r>
              <a:rPr lang="zh-TW" altLang="en-US" sz="3900" b="1" dirty="0">
                <a:solidFill>
                  <a:srgbClr val="FF0000"/>
                </a:solidFill>
              </a:rPr>
              <a:t> </a:t>
            </a:r>
            <a:endParaRPr lang="en-US" altLang="zh-TW" sz="3900" b="1" dirty="0" smtClean="0">
              <a:solidFill>
                <a:srgbClr val="FF0000"/>
              </a:solidFill>
            </a:endParaRPr>
          </a:p>
          <a:p>
            <a:pPr lvl="0" algn="l"/>
            <a:r>
              <a:rPr lang="en-US" altLang="zh-TW" sz="3900" b="1" dirty="0">
                <a:solidFill>
                  <a:srgbClr val="FF0000"/>
                </a:solidFill>
              </a:rPr>
              <a:t>	</a:t>
            </a:r>
            <a:r>
              <a:rPr lang="en-US" altLang="zh-TW" sz="3900" b="1" dirty="0" smtClean="0">
                <a:solidFill>
                  <a:srgbClr val="FF0000"/>
                </a:solidFill>
              </a:rPr>
              <a:t>	</a:t>
            </a:r>
            <a:r>
              <a:rPr lang="zh-TW" altLang="en-US" sz="3900" b="1" dirty="0" smtClean="0">
                <a:solidFill>
                  <a:srgbClr val="FF0000"/>
                </a:solidFill>
              </a:rPr>
              <a:t>我们害怕什么？</a:t>
            </a:r>
            <a:endParaRPr lang="en-US" altLang="zh-TW" sz="3900" b="1" dirty="0" smtClean="0">
              <a:solidFill>
                <a:srgbClr val="FF0000"/>
              </a:solidFill>
            </a:endParaRPr>
          </a:p>
          <a:p>
            <a:pPr lvl="1" algn="l"/>
            <a:r>
              <a:rPr lang="en-US" sz="3500" dirty="0" smtClean="0">
                <a:solidFill>
                  <a:schemeClr val="tx1"/>
                </a:solidFill>
              </a:rPr>
              <a:t>	人</a:t>
            </a:r>
            <a:r>
              <a:rPr lang="en-US" sz="3500" dirty="0">
                <a:solidFill>
                  <a:schemeClr val="tx1"/>
                </a:solidFill>
              </a:rPr>
              <a:t>/鬼/死亡</a:t>
            </a:r>
          </a:p>
          <a:p>
            <a:pPr lvl="0" algn="l"/>
            <a:r>
              <a:rPr lang="en-US" sz="3900" b="1" dirty="0">
                <a:solidFill>
                  <a:srgbClr val="FF0000"/>
                </a:solidFill>
              </a:rPr>
              <a:t>What the Bible teaches us not to fear?</a:t>
            </a:r>
          </a:p>
          <a:p>
            <a:pPr lvl="0" algn="l"/>
            <a:r>
              <a:rPr lang="en-US" altLang="zh-TW" sz="3900" b="1" dirty="0">
                <a:solidFill>
                  <a:srgbClr val="FF0000"/>
                </a:solidFill>
              </a:rPr>
              <a:t>		</a:t>
            </a:r>
            <a:r>
              <a:rPr lang="zh-TW" altLang="en-US" sz="3900" b="1" dirty="0">
                <a:solidFill>
                  <a:srgbClr val="FF0000"/>
                </a:solidFill>
              </a:rPr>
              <a:t>圣经教导我们不要害怕什么</a:t>
            </a:r>
            <a:r>
              <a:rPr lang="zh-TW" altLang="en-US" sz="3900" b="1" dirty="0" smtClean="0">
                <a:solidFill>
                  <a:srgbClr val="FF0000"/>
                </a:solidFill>
              </a:rPr>
              <a:t>？</a:t>
            </a:r>
            <a:endParaRPr lang="en-US" altLang="zh-TW" sz="3900" b="1" dirty="0" smtClean="0">
              <a:solidFill>
                <a:srgbClr val="FF0000"/>
              </a:solidFill>
            </a:endParaRPr>
          </a:p>
          <a:p>
            <a:pPr algn="l"/>
            <a:r>
              <a:rPr lang="en-US" altLang="zh-TW" sz="3900" b="1" dirty="0">
                <a:solidFill>
                  <a:srgbClr val="FF0000"/>
                </a:solidFill>
              </a:rPr>
              <a:t>	</a:t>
            </a:r>
            <a:r>
              <a:rPr lang="en-US" altLang="zh-TW" sz="3900" b="1" dirty="0" smtClean="0">
                <a:solidFill>
                  <a:srgbClr val="FF0000"/>
                </a:solidFill>
              </a:rPr>
              <a:t>	</a:t>
            </a:r>
            <a:r>
              <a:rPr lang="zh-TW" altLang="en-US" sz="3900" b="1" dirty="0">
                <a:solidFill>
                  <a:schemeClr val="tx1"/>
                </a:solidFill>
              </a:rPr>
              <a:t>供应</a:t>
            </a:r>
            <a:r>
              <a:rPr lang="en-US" altLang="zh-TW" sz="3900" b="1" dirty="0">
                <a:solidFill>
                  <a:schemeClr val="tx1"/>
                </a:solidFill>
              </a:rPr>
              <a:t>/</a:t>
            </a:r>
            <a:r>
              <a:rPr lang="zh-TW" altLang="en-US" sz="3900" b="1" dirty="0">
                <a:solidFill>
                  <a:schemeClr val="tx1"/>
                </a:solidFill>
              </a:rPr>
              <a:t>健康</a:t>
            </a:r>
            <a:r>
              <a:rPr lang="en-US" altLang="zh-TW" sz="3900" b="1" dirty="0" smtClean="0">
                <a:solidFill>
                  <a:schemeClr val="tx1"/>
                </a:solidFill>
              </a:rPr>
              <a:t>/</a:t>
            </a:r>
            <a:r>
              <a:rPr lang="zh-TW" altLang="en-US" sz="4000" b="1" dirty="0" smtClean="0">
                <a:solidFill>
                  <a:schemeClr val="tx1"/>
                </a:solidFill>
              </a:rPr>
              <a:t>生命</a:t>
            </a:r>
            <a:r>
              <a:rPr lang="en-US" altLang="zh-TW" sz="3900" b="1" dirty="0" smtClean="0">
                <a:solidFill>
                  <a:schemeClr val="tx1"/>
                </a:solidFill>
              </a:rPr>
              <a:t>/</a:t>
            </a:r>
            <a:r>
              <a:rPr lang="zh-TW" altLang="en-US" sz="3900" b="1" dirty="0">
                <a:solidFill>
                  <a:schemeClr val="tx1"/>
                </a:solidFill>
              </a:rPr>
              <a:t>死</a:t>
            </a:r>
            <a:r>
              <a:rPr lang="en-US" altLang="zh-TW" sz="3900" b="1" dirty="0">
                <a:solidFill>
                  <a:schemeClr val="tx1"/>
                </a:solidFill>
              </a:rPr>
              <a:t>/</a:t>
            </a:r>
            <a:r>
              <a:rPr lang="zh-TW" altLang="en-US" sz="3900" b="1" dirty="0">
                <a:solidFill>
                  <a:schemeClr val="tx1"/>
                </a:solidFill>
              </a:rPr>
              <a:t>传道</a:t>
            </a:r>
            <a:endParaRPr lang="en-US" altLang="zh-TW" sz="3900" b="1" dirty="0">
              <a:solidFill>
                <a:schemeClr val="tx1"/>
              </a:solidFill>
            </a:endParaRPr>
          </a:p>
          <a:p>
            <a:pPr lvl="0" algn="l"/>
            <a:r>
              <a:rPr lang="en-US" sz="3900" b="1" dirty="0">
                <a:solidFill>
                  <a:srgbClr val="FF0000"/>
                </a:solidFill>
              </a:rPr>
              <a:t>What the Bible teaches us to fear?</a:t>
            </a:r>
          </a:p>
          <a:p>
            <a:pPr lvl="0" algn="l"/>
            <a:r>
              <a:rPr lang="en-US" altLang="zh-TW" sz="3900" b="1" dirty="0">
                <a:solidFill>
                  <a:srgbClr val="FF0000"/>
                </a:solidFill>
              </a:rPr>
              <a:t>		</a:t>
            </a:r>
            <a:r>
              <a:rPr lang="zh-TW" altLang="en-US" sz="3900" b="1" dirty="0" smtClean="0">
                <a:solidFill>
                  <a:srgbClr val="FF0000"/>
                </a:solidFill>
              </a:rPr>
              <a:t>圣经教导我们</a:t>
            </a:r>
            <a:r>
              <a:rPr lang="zh-TW" altLang="en-US" sz="3900" b="1" dirty="0">
                <a:solidFill>
                  <a:srgbClr val="FF0000"/>
                </a:solidFill>
              </a:rPr>
              <a:t>要</a:t>
            </a:r>
            <a:r>
              <a:rPr lang="zh-TW" altLang="en-US" sz="3900" b="1" dirty="0" smtClean="0">
                <a:solidFill>
                  <a:srgbClr val="FF0000"/>
                </a:solidFill>
              </a:rPr>
              <a:t>害怕什么？</a:t>
            </a:r>
            <a:endParaRPr lang="en-US" altLang="zh-TW" sz="3900" b="1" dirty="0" smtClean="0">
              <a:solidFill>
                <a:srgbClr val="FF0000"/>
              </a:solidFill>
            </a:endParaRPr>
          </a:p>
          <a:p>
            <a:pPr lvl="0" algn="l"/>
            <a:r>
              <a:rPr lang="en-US" altLang="zh-TW" sz="3900" b="1" dirty="0">
                <a:solidFill>
                  <a:srgbClr val="FF0000"/>
                </a:solidFill>
              </a:rPr>
              <a:t>	</a:t>
            </a:r>
            <a:r>
              <a:rPr lang="en-US" altLang="zh-TW" sz="3900" b="1" dirty="0" smtClean="0">
                <a:solidFill>
                  <a:srgbClr val="FF0000"/>
                </a:solidFill>
              </a:rPr>
              <a:t>	</a:t>
            </a:r>
            <a:r>
              <a:rPr lang="zh-TW" altLang="en-US" sz="3900" b="1" dirty="0">
                <a:solidFill>
                  <a:srgbClr val="000000"/>
                </a:solidFill>
              </a:rPr>
              <a:t>上帝</a:t>
            </a:r>
            <a:r>
              <a:rPr lang="en-US" altLang="zh-TW" sz="3900" b="1" dirty="0">
                <a:solidFill>
                  <a:srgbClr val="000000"/>
                </a:solidFill>
              </a:rPr>
              <a:t>/</a:t>
            </a:r>
            <a:r>
              <a:rPr lang="zh-TW" altLang="en-US" sz="3900" b="1" dirty="0">
                <a:solidFill>
                  <a:srgbClr val="000000"/>
                </a:solidFill>
              </a:rPr>
              <a:t>基督</a:t>
            </a:r>
            <a:r>
              <a:rPr lang="en-US" altLang="zh-TW" sz="3900" b="1" dirty="0" smtClean="0">
                <a:solidFill>
                  <a:srgbClr val="000000"/>
                </a:solidFill>
              </a:rPr>
              <a:t>/</a:t>
            </a:r>
            <a:r>
              <a:rPr lang="zh-TW" altLang="en-US" sz="3900" b="1" dirty="0" smtClean="0">
                <a:solidFill>
                  <a:srgbClr val="000000"/>
                </a:solidFill>
              </a:rPr>
              <a:t>成</a:t>
            </a:r>
            <a:r>
              <a:rPr lang="zh-TW" altLang="en-US" sz="3900" b="1" dirty="0" smtClean="0">
                <a:solidFill>
                  <a:srgbClr val="000000"/>
                </a:solidFill>
              </a:rPr>
              <a:t>圣</a:t>
            </a:r>
            <a:r>
              <a:rPr lang="en-US" altLang="zh-TW" sz="3900" b="1" dirty="0" smtClean="0">
                <a:solidFill>
                  <a:srgbClr val="000000"/>
                </a:solidFill>
              </a:rPr>
              <a:t>/</a:t>
            </a:r>
            <a:r>
              <a:rPr lang="zh-TW" altLang="en-US" sz="3900" b="1" dirty="0">
                <a:solidFill>
                  <a:srgbClr val="000000"/>
                </a:solidFill>
              </a:rPr>
              <a:t>堕落</a:t>
            </a:r>
            <a:r>
              <a:rPr lang="en-US" altLang="zh-TW" sz="3900" b="1" dirty="0">
                <a:solidFill>
                  <a:srgbClr val="000000"/>
                </a:solidFill>
              </a:rPr>
              <a:t>/</a:t>
            </a:r>
            <a:r>
              <a:rPr lang="zh-TW" altLang="en-US" sz="3900" b="1" dirty="0">
                <a:solidFill>
                  <a:srgbClr val="000000"/>
                </a:solidFill>
              </a:rPr>
              <a:t>伯特利</a:t>
            </a:r>
            <a:endParaRPr lang="zh-TW" altLang="en-US" sz="3900" b="1" dirty="0">
              <a:solidFill>
                <a:srgbClr val="000000"/>
              </a:solidFill>
            </a:endParaRPr>
          </a:p>
          <a:p>
            <a:pPr marL="514350" lvl="0" indent="-514350" algn="l">
              <a:buFont typeface="+mj-lt"/>
              <a:buAutoNum type="arabicPeriod"/>
            </a:pPr>
            <a:endParaRPr lang="en-US" b="1" dirty="0" smtClean="0">
              <a:solidFill>
                <a:srgbClr val="FF0000"/>
              </a:solidFill>
            </a:endParaRPr>
          </a:p>
          <a:p>
            <a:pPr marL="514350" lvl="0" indent="-514350" algn="l">
              <a:buFont typeface="+mj-lt"/>
              <a:buAutoNum type="arabicPeriod"/>
            </a:pPr>
            <a:endParaRPr lang="en-US" b="1" dirty="0">
              <a:solidFill>
                <a:srgbClr val="FF000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34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5620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784" y="167743"/>
            <a:ext cx="886845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u="sng" dirty="0">
              <a:hlinkClick r:id="rId2"/>
            </a:endParaRPr>
          </a:p>
          <a:p>
            <a:r>
              <a:rPr lang="en-US" sz="3200" u="sng" dirty="0" smtClean="0">
                <a:hlinkClick r:id="rId2"/>
              </a:rPr>
              <a:t>1</a:t>
            </a:r>
            <a:r>
              <a:rPr lang="en-US" sz="3200" u="sng" dirty="0">
                <a:hlinkClick r:id="rId2"/>
              </a:rPr>
              <a:t> </a:t>
            </a:r>
            <a:r>
              <a:rPr lang="en-US" sz="3200" dirty="0"/>
              <a:t>耶和華是我的牧者，我必不至缺乏。</a:t>
            </a:r>
          </a:p>
          <a:p>
            <a:r>
              <a:rPr lang="en-US" sz="3200" u="sng" dirty="0">
                <a:hlinkClick r:id="rId3"/>
              </a:rPr>
              <a:t>2 </a:t>
            </a:r>
            <a:r>
              <a:rPr lang="en-US" sz="3200" dirty="0"/>
              <a:t>他使我躺臥在青草地上，領我在可安歇的水邊。</a:t>
            </a:r>
          </a:p>
          <a:p>
            <a:r>
              <a:rPr lang="en-US" sz="3200" u="sng" dirty="0">
                <a:hlinkClick r:id="rId4"/>
              </a:rPr>
              <a:t>3 </a:t>
            </a:r>
            <a:r>
              <a:rPr lang="en-US" sz="3200" dirty="0"/>
              <a:t>他使我的靈魂甦醒，為自己的名引導我走義路。</a:t>
            </a:r>
          </a:p>
          <a:p>
            <a:r>
              <a:rPr lang="en-US" sz="3200" u="sng" dirty="0">
                <a:hlinkClick r:id="rId5"/>
              </a:rPr>
              <a:t>4 </a:t>
            </a:r>
            <a:r>
              <a:rPr lang="en-US" sz="3200" dirty="0"/>
              <a:t>我雖然行過死蔭的幽谷，也不怕遭害，因為你與我同在；你的杖，你的竿，都安慰我。</a:t>
            </a:r>
          </a:p>
          <a:p>
            <a:r>
              <a:rPr lang="en-US" sz="3200" u="sng" dirty="0">
                <a:hlinkClick r:id="rId6"/>
              </a:rPr>
              <a:t>5 </a:t>
            </a:r>
            <a:r>
              <a:rPr lang="en-US" sz="3200" dirty="0"/>
              <a:t>在我敵人面前，你為我擺設筵席；你用油膏了我的頭，使我的福杯滿溢。</a:t>
            </a:r>
          </a:p>
          <a:p>
            <a:r>
              <a:rPr lang="en-US" sz="3200" u="sng" dirty="0">
                <a:hlinkClick r:id="rId7"/>
              </a:rPr>
              <a:t>6 </a:t>
            </a:r>
            <a:r>
              <a:rPr lang="en-US" sz="3200" dirty="0"/>
              <a:t>我一生一世必有恩惠慈愛隨着我；我且要住在耶和華的殿中，直到永遠。(詩23)</a:t>
            </a:r>
          </a:p>
          <a:p>
            <a:pPr lvl="0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433272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22873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705" y="251616"/>
            <a:ext cx="8446144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6000" b="1" u="sng" dirty="0" smtClean="0">
                <a:solidFill>
                  <a:srgbClr val="FF0000"/>
                </a:solidFill>
              </a:rPr>
              <a:t>圣洁的生活</a:t>
            </a:r>
            <a:r>
              <a:rPr lang="en-US" altLang="zh-TW" sz="6000" b="1" u="sng" dirty="0" smtClean="0">
                <a:solidFill>
                  <a:srgbClr val="FF0000"/>
                </a:solidFill>
              </a:rPr>
              <a:t> </a:t>
            </a:r>
            <a:r>
              <a:rPr lang="en-US" altLang="zh-TW" sz="6000" b="1" u="sng" dirty="0" smtClean="0"/>
              <a:t> </a:t>
            </a:r>
            <a:r>
              <a:rPr lang="en-US" sz="6000" b="1" u="sng" dirty="0" smtClean="0">
                <a:solidFill>
                  <a:srgbClr val="0000FF"/>
                </a:solidFill>
              </a:rPr>
              <a:t>Holy Living </a:t>
            </a:r>
            <a:endParaRPr lang="en-US" sz="6000" dirty="0" smtClean="0">
              <a:solidFill>
                <a:srgbClr val="0000FF"/>
              </a:solidFill>
            </a:endParaRPr>
          </a:p>
          <a:p>
            <a:r>
              <a:rPr lang="zh-TW" altLang="en-US" b="1" u="sng" dirty="0" smtClean="0"/>
              <a:t> </a:t>
            </a:r>
          </a:p>
          <a:p>
            <a:r>
              <a:rPr lang="zh-TW" altLang="en-US" sz="2800" b="1" dirty="0" smtClean="0"/>
              <a:t>你们要圣洁，因为我是圣洁的（利未记</a:t>
            </a:r>
            <a:r>
              <a:rPr lang="en-US" altLang="zh-TW" sz="2800" b="1" dirty="0" smtClean="0"/>
              <a:t>11</a:t>
            </a:r>
            <a:r>
              <a:rPr lang="zh-TW" altLang="en-US" sz="2800" b="1" dirty="0" smtClean="0"/>
              <a:t>：</a:t>
            </a:r>
            <a:r>
              <a:rPr lang="en-US" altLang="zh-TW" sz="2800" b="1" dirty="0" smtClean="0"/>
              <a:t>44,45;</a:t>
            </a:r>
          </a:p>
          <a:p>
            <a:r>
              <a:rPr lang="zh-TW" altLang="en-US" sz="2800" b="1" dirty="0" smtClean="0"/>
              <a:t>彼得前书</a:t>
            </a:r>
            <a:r>
              <a:rPr lang="en-US" altLang="zh-TW" sz="2800" b="1" dirty="0" smtClean="0"/>
              <a:t>1</a:t>
            </a:r>
            <a:r>
              <a:rPr lang="zh-TW" altLang="en-US" sz="2800" b="1" dirty="0" smtClean="0"/>
              <a:t>：</a:t>
            </a:r>
            <a:r>
              <a:rPr lang="en-US" altLang="zh-TW" sz="2800" b="1" dirty="0" smtClean="0"/>
              <a:t>16</a:t>
            </a:r>
            <a:r>
              <a:rPr lang="zh-TW" altLang="en-US" sz="2800" b="1" dirty="0" smtClean="0"/>
              <a:t>）</a:t>
            </a:r>
          </a:p>
          <a:p>
            <a:r>
              <a:rPr lang="zh-TW" altLang="en-US" sz="2800" b="1" dirty="0" smtClean="0"/>
              <a:t> </a:t>
            </a:r>
          </a:p>
          <a:p>
            <a:r>
              <a:rPr lang="zh-TW" altLang="en-US" sz="2800" b="1" dirty="0" smtClean="0"/>
              <a:t>但你们是被拣选的族群，是君王的祭司，是圣洁的国度，是他自己拥有的子民，好叫你们宣告召唤你们从黑暗中进入祂奇妙光明的那位的卓越。（彼得前书</a:t>
            </a:r>
            <a:r>
              <a:rPr lang="en-US" altLang="zh-TW" sz="2800" b="1" dirty="0" smtClean="0"/>
              <a:t>2</a:t>
            </a:r>
            <a:r>
              <a:rPr lang="zh-TW" altLang="en-US" sz="2800" b="1" dirty="0" smtClean="0"/>
              <a:t>：</a:t>
            </a:r>
            <a:r>
              <a:rPr lang="en-US" altLang="zh-TW" sz="2800" b="1" dirty="0" smtClean="0"/>
              <a:t>9</a:t>
            </a:r>
            <a:r>
              <a:rPr lang="zh-TW" altLang="en-US" sz="2800" b="1" dirty="0" smtClean="0"/>
              <a:t>）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4000" b="1" dirty="0"/>
              <a:t>FEAR THE </a:t>
            </a:r>
            <a:r>
              <a:rPr lang="en-US" sz="4000" b="1" dirty="0" smtClean="0"/>
              <a:t>LORD</a:t>
            </a:r>
            <a:r>
              <a:rPr lang="en-US" sz="4000" dirty="0" smtClean="0"/>
              <a:t>  </a:t>
            </a:r>
            <a:r>
              <a:rPr lang="en-US" sz="4000" b="1" dirty="0" smtClean="0"/>
              <a:t>敬畏</a:t>
            </a:r>
            <a:r>
              <a:rPr lang="en-US" sz="4000" b="1" dirty="0"/>
              <a:t>神</a:t>
            </a:r>
            <a:endParaRPr lang="en-US" sz="4000" dirty="0"/>
          </a:p>
          <a:p>
            <a:endParaRPr lang="en-US" dirty="0"/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494660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1667</TotalTime>
  <Words>756</Words>
  <Application>Microsoft Macintosh PowerPoint</Application>
  <PresentationFormat>On-screen Show (4:3)</PresentationFormat>
  <Paragraphs>124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FEAR THE LORD 敬畏神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圣洁的生活 --- 敬畏神 </vt:lpstr>
      <vt:lpstr>PowerPoint Presentation</vt:lpstr>
      <vt:lpstr>PowerPoint Presentation</vt:lpstr>
      <vt:lpstr>PowerPoint Presentation</vt:lpstr>
      <vt:lpstr>PowerPoint Presentation</vt:lpstr>
    </vt:vector>
  </TitlesOfParts>
  <Company>University of Idaho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FEAR THE LORD 敬畏神 </dc:title>
  <dc:creator>Stephen Lee</dc:creator>
  <cp:lastModifiedBy>Stephen Lee</cp:lastModifiedBy>
  <cp:revision>74</cp:revision>
  <dcterms:created xsi:type="dcterms:W3CDTF">2024-07-30T20:03:18Z</dcterms:created>
  <dcterms:modified xsi:type="dcterms:W3CDTF">2024-08-03T20:53:39Z</dcterms:modified>
</cp:coreProperties>
</file>