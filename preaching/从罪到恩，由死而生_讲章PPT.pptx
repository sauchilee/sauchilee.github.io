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media1.mp4" ContentType="video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80" r:id="rId32"/>
    <p:sldId id="281" r:id="rId33"/>
    <p:sldId id="282" r:id="rId34"/>
    <p:sldId id="283" r:id="rId35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3.xml"/><Relationship Id="rId33" Type="http://schemas.openxmlformats.org/officeDocument/2006/relationships/slide" Target="slides/slide4.xml"/><Relationship Id="rId34" Type="http://schemas.openxmlformats.org/officeDocument/2006/relationships/slide" Target="slides/slide5.xml"/><Relationship Id="rId35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【讲章大纲・引言】</a:t>
            </a:r>
          </a:p>
          <a:p>
            <a:r>
              <a:t>A　看见罪：人人亏欠，没有人能自救（1:1–3:20）</a:t>
            </a:r>
          </a:p>
          <a:p>
            <a:r>
              <a:t>B　领受恩：因信基督，白白称义、被更新，终必得荣（3:21–8:39）</a:t>
            </a:r>
          </a:p>
          <a:p>
            <a:r>
              <a:t>C　仰望神：祂掌权，祂的计划深不可测（9–11 章）</a:t>
            </a:r>
          </a:p>
          <a:p>
            <a:r>
              <a:t>D　活出来：同心同行，把自己献上（12–16 章）</a:t>
            </a:r>
          </a:p>
          <a:p/>
          <a:p>
            <a:r>
              <a:t>▶ 网页大纲（放映时点右下角「大纲 ↗」）：https://sauchilee.github.io/outlines/romans-overview/index.html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【要点 A】外邦人与犹太人同样活在罪的辖制之下：没有人能靠「表现」过关，律法只是叫人知罪，并让人渴慕真正的义。</a:t>
            </a:r>
          </a:p>
          <a:p>
            <a:r>
              <a:t>关键经文　3:20、23　「所以凡有血气的，没有一个因行律法能在神面前称义，因为律法本是叫人知罪。」「因为世人都犯了罪，亏缺了神的荣耀。」</a:t>
            </a:r>
          </a:p>
          <a:p/>
          <a:p>
            <a:r>
              <a:t>例证 1：「只在考场上乖」——大众汽车排放门（2015）</a:t>
            </a:r>
          </a:p>
          <a:p>
            <a:r>
              <a:t>2015 年 9 月，美国环保署指控德国大众汽车：约 1100 万辆柴油车装了一段软件，车子一被送进实验室测试，排放控制就启动、数据漂亮过关；一上马路，氮氧化物排放最高可达标准的 40 倍。公司后来认罪，并支付了巨额赔偿。这不只是坏人的故事，而是一家备受敬重的公司，为了「通过测试」，把作弊写进了系统。我们何尝不是？在人面前、在教会里、在社交媒体上，我们很会「过关」；没人看见的时候，才是真实的排放量。罗马书说，凭行律法，没有一个人能在神面前称义（3:20）。我们需要的，不是更会过关，而是一条不必靠「通过测试」的出路。</a:t>
            </a:r>
          </a:p>
          <a:p>
            <a:r>
              <a:t>详情：https://en.wikipedia.org/wiki/Volkswagen_emissions_scandal</a:t>
            </a:r>
          </a:p>
          <a:p/>
          <a:p>
            <a:r>
              <a:t>例证 2：「我不会做那种事」——米尔格兰姆服从实验（1961）</a:t>
            </a:r>
          </a:p>
          <a:p>
            <a:r>
              <a:t>1961 年，耶鲁大学心理学家米尔格兰姆（Stanley Milgram）请一般市民参加「学习实验」：只要「学习者」答错，就依指示按下电击钮，电压一级一级加高（其实没有真的电击，「学习者」是演员）。实验前，他问了 40 位精神科医生，他们预测，只有约千分之一的人会电到最高的 450 伏特。结果，第一次实验中人人都电到 300 伏特，65% 的人一直电到 450 伏特——只因为穿白袍的人说：「请继续。」这些人不是恶魔，是我们的邻居、同事，也是我们自己。我们总以为「我不会」；罗马书 1:18–3:20 却说，无论犹太人或外邦人，「没有义人，连一个也没有」（3:10）。看见自己的软弱，才是渴慕真义的起点。</a:t>
            </a:r>
          </a:p>
          <a:p>
            <a:r>
              <a:t>详情：https://en.wikipedia.org/wiki/Milgram_experiment</a:t>
            </a:r>
          </a:p>
          <a:p/>
          <a:p>
            <a:r>
              <a:t>▶ 网页大纲（放映时点右下角「大纲 ↗」）：https://sauchilee.github.io/outlines/romans-overview/index.html#pt-A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【要点 B】灵　称义：信主的那一刻，立刻与神和好；魂　成圣：一天一天，被圣灵更新变化；体　得荣：将来复活的日子，完全得荣耀</a:t>
            </a:r>
          </a:p>
          <a:p>
            <a:r>
              <a:t>关键经文　3:24、5:1　「如今却蒙神的恩典，因基督耶稣的救赎，就白白的称义。」「我们既因信称义，就借着我们的主耶稣基督得与神相和。」</a:t>
            </a:r>
          </a:p>
          <a:p/>
          <a:p>
            <a:r>
              <a:t>例证 1：「曾经是奴隶贩子」——约翰・牛顿与〈奇异恩典〉</a:t>
            </a:r>
          </a:p>
          <a:p>
            <a:r>
              <a:t>约翰・牛顿（John Newton，1725–1807）年轻时当上奴隶船的船长，也投资奴隶贸易；他自己回顾那段日子：「曾是不信的、放荡的人，西非奴隶的仆人」。1748 年，他在返回英国的海上遇到几乎沉船的风暴，开始向神呼求，日后视此为信主的起点。奇怪的是，信主之后，他仍在奴隶贸易中工作、投资多年；直到退出奴隶贸易 34 年后的 1788 年，他才发表小册子，公开揭露奴隶船上的残酷，加入废奴运动。他也是〈奇异恩典〉的作词者。「称义」是一瞬间的事（罗 3:24；5:1）；「成圣」却是一天一天的更新（8:29；12:2），连生命里的盲点，也要一层一层被光照亮。信主之后，你有哪一块「还没看见」？</a:t>
            </a:r>
          </a:p>
          <a:p>
            <a:r>
              <a:t>详情：https://en.wikipedia.org/wiki/John_Newton</a:t>
            </a:r>
          </a:p>
          <a:p/>
          <a:p>
            <a:r>
              <a:t>例证 2：「你已经不欠了」——医疗债务被整笔免除</a:t>
            </a:r>
          </a:p>
          <a:p>
            <a:r>
              <a:t>2016 年，美国喜剧节目《上周今夜》（Last Week Tonight）用 6 万美元，透过慈善机构 RIP Medical Debt（现名 Undue Medical Debt），买下约 1500 万美元的医疗债务，然后全数免除。这个机构专门向债务催收公司买下收入较低者的医疗债，平均一美元可换得约一百美元的债务免除，再一笔勾销；到 2026 年 2 月，他们自称已为 1500 多万人清除了超过 254 亿美元。债，不是被还清的人自己还的，而是被别人付清了。罗马书 3:24 说，我们是「因基督耶稣的救赎，就白白的称义」。称义不是我们把债还完，而是接受那已经被还清的事实（5:1）——然后带著这份自由，一天一天被更新（成圣），直到有一天完全得荣。</a:t>
            </a:r>
          </a:p>
          <a:p>
            <a:r>
              <a:t>详情：https://en.wikipedia.org/wiki/Undue_Medical_Debt</a:t>
            </a:r>
          </a:p>
          <a:p/>
          <a:p>
            <a:r>
              <a:t>▶ 网页大纲（放映时点右下角「大纲 ↗」）：https://sauchilee.github.io/outlines/romans-overview/index.html#pt-B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【要点 C】面对以色列的不信与万民的蒙恩，保罗不是给出全部答案，而是使我们在神的主权与智慧面前俯伏敬拜。</a:t>
            </a:r>
          </a:p>
          <a:p>
            <a:r>
              <a:t>关键经文　11:33、36　「深哉，神丰富的智慧和知识！他的判断何其难测！他的踪迹何其难寻！」「因为万有都是本于他，倚靠他，归于他。愿荣耀归给他，直到永远。阿们！」</a:t>
            </a:r>
          </a:p>
          <a:p/>
          <a:p>
            <a:r>
              <a:t>例证 1：「洞里的十三个人」——泰国山洞救援（2018）</a:t>
            </a:r>
          </a:p>
          <a:p>
            <a:r>
              <a:t>2018 年 6 月 23 日，泰国清莱省，十二名少年足球队员和二十五岁的助理教练进入山洞，突降暴雨，洪水封住了出口。他们与外界失联超过一星期，直到 7 月 2 日才被英国潜水员找到。最后采用的方案，是替每个孩子戴上氧气面罩、注射镇静剂，由潜水员带著穿过漆黑混浊的水道——孩子们看不见路，也不明白全部细节，只能信靠带路的人。7 月 8 日至 10 日，十三人全部获救；救援动员多达一万人，其中一位前海军蛙人也为此牺牲。我们的生活也有「洞」：看不见出口，听不懂计划。罗马书 9–11 章回顾神在历史中的作为，最后只能说：「深哉，神丰富的智慧和知识！」（11:33）信靠，不是先弄懂全部，而是把自己交给那位看得见出口的主。</a:t>
            </a:r>
          </a:p>
          <a:p>
            <a:r>
              <a:t>详情：https://en.wikipedia.org/wiki/Tham_Luang_cave_rescue</a:t>
            </a:r>
          </a:p>
          <a:p/>
          <a:p>
            <a:r>
              <a:t>例证 2：「不可能的撤退」——敦克尔克大撤退（1940，电影《敦克尔克大行动》2017）</a:t>
            </a:r>
          </a:p>
          <a:p>
            <a:r>
              <a:t>1940 年 5 月，英、法、比的军队被德军包围在法国北端的敦克尔克海滩；德军一度下令暂停推进。原本的计划，是两天内救出 4 万 5 千人。5 月 26 日，英国举行全国祈祷日，同一天「发电机行动」开始；同时，数以百计的民间渔船、游艇、小艇，自己开过海峡去接人。到 6 月 4 日，超过 33.8 万名士兵撤离，人称「敦克尔克奇迹」。是神的手，还是人的努力？两者并不冲突：人祈祷了，人也出海了。罗马书 9–11 章一面说神的主权——「我要怜悯谁就怜悯谁」（9:15）；一面说人的责任——「凡求告主名的，就必得救」（10:13）。保罗不把两者调成公式，而是使我们仰望与行动并行。面对疾病、考试、工作、婚姻，你也是祈祷，也是预备。</a:t>
            </a:r>
          </a:p>
          <a:p>
            <a:r>
              <a:t>详情：https://en.wikipedia.org/wiki/Dunkirk_evacuation</a:t>
            </a:r>
          </a:p>
          <a:p/>
          <a:p>
            <a:r>
              <a:t>▶ 网页大纲（放映时点右下角「大纲 ↗」）：https://sauchilee.github.io/outlines/romans-overview/index.html#pt-C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【要点 D】因信得义的人，在日常生活与教会中活出神的义：献上自己、彼此接纳、与众人和睦。</a:t>
            </a:r>
          </a:p>
          <a:p>
            <a:r>
              <a:t>关键经文　12:1–2　「所以弟兄们，我以神的慈悲劝你们，将身体献上，当作活祭，是圣洁的，是神所喜悦的；你们如此事奉乃是理所当然的。不要效法这个世界，只要心意更新而变化，叫你们察验何为神的善良、纯全、可喜悦的旨意。」</a:t>
            </a:r>
          </a:p>
          <a:p/>
          <a:p>
            <a:r>
              <a:t>例证 1：「开著自家钓鱼船出门」——路易斯安那的「卡津海军」</a:t>
            </a:r>
          </a:p>
          <a:p>
            <a:r>
              <a:t>卡津海军不是军队，而是一群自发的民间船主。他们在 2005 年卡崔娜飓风之后成形，其后在多次洪灾与飓风（包括 2017 年的哈维飓风）中再度出动，用自己的钓鱼船和平底小艇，把被洪水困住的人接出来，据称救出了成千上万的人。他们出发时，不问对方是谁、支持谁、信什么；水涨了，邻舍在屋顶上，船就开出去。罗马书 12 章说：把身体献上，当作活祭（12:1）；恩赐各不相同，却同属一个身体（12:4–5）；与哀哭的人要同哭（12:15）；若是能行，总要尽力与众人和睦（12:18）。你的「船」是什么——时间、车子、厨房、专业？此刻，有谁就在你附近「被水困住」，而且和你的想法不同？</a:t>
            </a:r>
          </a:p>
          <a:p>
            <a:r>
              <a:t>详情：https://en.wikipedia.org/wiki/Cajun_Navy</a:t>
            </a:r>
          </a:p>
          <a:p/>
          <a:p>
            <a:r>
              <a:t>例证 2：「我原谅你」——法庭上的一个拥抱（达拉斯，2019）</a:t>
            </a:r>
          </a:p>
          <a:p>
            <a:r>
              <a:t>2018 年 9 月，达拉斯 26 岁的会计师伯坦・让（Botham Jean）在自己家中，被一名下班回家的警员盖格尔（Amber Guyger）开枪打死；她说自己以为那是自己的公寓。案件引发全国对种族与执法的争论。2019 年 10 月，盖格尔被判谋杀罪，判监十年。判刑时，死者的弟弟布兰特（Brandt）表示原谅她，并问法官可否拥抱她——两人相拥的画面传遍全球。他们的父亲也说原谅，却仍希望判得更重：原谅不等于假装没事，公义仍然存在（罗 13:4）。罗马书 12:19–21 说，不要自己伸冤，不可为恶所胜，反要以善胜恶。这不是软弱，而是被恩典改变的人才做得到。你身边，有没有一个你「不想原谅」的人？</a:t>
            </a:r>
          </a:p>
          <a:p>
            <a:r>
              <a:t>详情：https://en.wikipedia.org/wiki/Murder_of_Botham_Jean</a:t>
            </a:r>
          </a:p>
          <a:p/>
          <a:p>
            <a:r>
              <a:t>▶ 网页大纲（放映时点右下角「大纲 ↗」）：https://sauchilee.github.io/outlines/romans-overview/index.html#pt-D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【结语・带回家的话】</a:t>
            </a:r>
          </a:p>
          <a:p>
            <a:r>
              <a:t>一句话：神先揭穿我们的假象，再用恩典把我们领出来，然后叫我们活出来。</a:t>
            </a:r>
          </a:p>
          <a:p>
            <a:r>
              <a:t>A　看见真相人人都有自己的「排放门」——考场上很乖，路上才是真面目（大众汽车）；我们总以为「我不会」（米尔格兰姆）。罪不是别人的问题，是我的问题；看见这一点，才会真正渴慕义。</a:t>
            </a:r>
          </a:p>
          <a:p>
            <a:r>
              <a:t>B　领受礼物义不是赚来的，是别人替我们付清、再算给我们的（被免除的医疗债；牛顿）。信主那一刻，帐就清了（称义）；之后是一天一天的更新（成圣），牛顿花了几十年，才看见自己的盲点；有一天，连身体也要得荣耀。</a:t>
            </a:r>
          </a:p>
          <a:p>
            <a:r>
              <a:t>C　仰望主权我们看不见全景，却可以信靠那位看得见出口的主（洞里的孩子；敦克尔克）。神掌权，人也要祈祷、也要动手，两者并行，不必调成公式。</a:t>
            </a:r>
          </a:p>
          <a:p>
            <a:r>
              <a:t>D　活出来因信得义的人，把自己当作活祭献上——像开著自己的船出门的邻舍（卡津海军），像肯原谅的人（布兰特）——与不同的人同心同行，以善胜恶。</a:t>
            </a:r>
          </a:p>
          <a:p>
            <a:r>
              <a:t>这个星期，带走四个动作：承认　·　安息　·　信靠　·　服事</a:t>
            </a:r>
          </a:p>
          <a:p/>
          <a:p>
            <a:r>
              <a:t>▶ 网页大纲（放映时点右下角「大纲 ↗」）：https://sauchilee.github.io/outlines/romans-overview/index.html#conclusion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【讨论问题】</a:t>
            </a:r>
          </a:p>
          <a:p>
            <a:r>
              <a:t>A本周，我可以在哪一件具体的事上，承认自己「亏缺了神的荣耀」，不再自称无罪？</a:t>
            </a:r>
          </a:p>
          <a:p>
            <a:r>
              <a:t>B本周，我愿意在哪一个处境中，操练「活祭」的心态——不靠自己的行为，只安息在因信称义里？</a:t>
            </a:r>
          </a:p>
          <a:p>
            <a:r>
              <a:t>C本周，我愿意在哪一件事上，更谦卑地信靠神主权的智慧，而不是凭自己的理解去论断？</a:t>
            </a:r>
          </a:p>
          <a:p>
            <a:r>
              <a:t>D本周，我可以用哪一个具体的行动，服事身边与我看法不同的人，活出同心合意？</a:t>
            </a:r>
          </a:p>
          <a:p/>
          <a:p>
            <a:r>
              <a:t>▶ 网页大纲（放映时点右下角「大纲 ↗」）：https://sauchilee.github.io/outlines/romans-overview/index.html#discussion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auchilee.github.io/outlines/romans-overview/index.html" TargetMode="Externa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" Target="slide18.xml"/><Relationship Id="rId5" Type="http://schemas.openxmlformats.org/officeDocument/2006/relationships/hyperlink" Target="https://sauchilee.github.io/outlines/romans-overview/index.html#pt-A" TargetMode="External"/><Relationship Id="rId6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slide" Target="slide19.xml"/><Relationship Id="rId5" Type="http://schemas.openxmlformats.org/officeDocument/2006/relationships/hyperlink" Target="https://sauchilee.github.io/outlines/romans-overview/index.html#pt-B" TargetMode="External"/><Relationship Id="rId6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slide" Target="slide20.xml"/><Relationship Id="rId5" Type="http://schemas.openxmlformats.org/officeDocument/2006/relationships/hyperlink" Target="https://sauchilee.github.io/outlines/romans-overview/index.html#pt-C" TargetMode="External"/><Relationship Id="rId6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slide" Target="slide21.xml"/><Relationship Id="rId5" Type="http://schemas.openxmlformats.org/officeDocument/2006/relationships/hyperlink" Target="https://sauchilee.github.io/outlines/romans-overview/index.html#pt-D" TargetMode="External"/><Relationship Id="rId6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" Target="slide18.xml"/><Relationship Id="rId5" Type="http://schemas.openxmlformats.org/officeDocument/2006/relationships/image" Target="../media/image9.png"/><Relationship Id="rId6" Type="http://schemas.openxmlformats.org/officeDocument/2006/relationships/slide" Target="slide19.xml"/><Relationship Id="rId7" Type="http://schemas.openxmlformats.org/officeDocument/2006/relationships/image" Target="../media/image10.png"/><Relationship Id="rId8" Type="http://schemas.openxmlformats.org/officeDocument/2006/relationships/slide" Target="slide20.xml"/><Relationship Id="rId9" Type="http://schemas.openxmlformats.org/officeDocument/2006/relationships/image" Target="../media/image11.png"/><Relationship Id="rId10" Type="http://schemas.openxmlformats.org/officeDocument/2006/relationships/slide" Target="slide21.xml"/><Relationship Id="rId11" Type="http://schemas.openxmlformats.org/officeDocument/2006/relationships/hyperlink" Target="https://sauchilee.github.io/outlines/romans-overview/index.html#conclusion" TargetMode="External"/><Relationship Id="rId1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video" Target="../media/media1.mp4"/><Relationship Id="rId4" Type="http://schemas.microsoft.com/office/2007/relationships/media" Target="../media/media1.mp4"/><Relationship Id="rId5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auchilee.github.io/outlines/romans-overview/index.html#discussion" TargetMode="Externa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extBox 2"/>
          <p:cNvSpPr txBox="1"/>
          <p:nvPr/>
        </p:nvSpPr>
        <p:spPr>
          <a:xfrm>
            <a:off x="548639" y="685799"/>
            <a:ext cx="11064242" cy="279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8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从罪到恩，</a:t>
            </a:r>
          </a:p>
          <a:p>
            <a:pPr>
              <a:defRPr sz="78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由死而生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548639" y="3428999"/>
            <a:ext cx="1106424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24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From Guilt to Grace, From Death to Life — An Overview of Romans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548639" y="5943600"/>
            <a:ext cx="1106424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30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罗马书 1:16-17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548639" y="4297679"/>
            <a:ext cx="11064242" cy="111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defRPr sz="28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「我不以福音为耻；这福音本是神的大能，要救一切相信的...</a:t>
            </a:r>
          </a:p>
          <a:p>
            <a:pPr>
              <a:lnSpc>
                <a:spcPct val="120000"/>
              </a:lnSpc>
              <a:defRPr sz="28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因为神的义，正在这福音上显明出来。」</a:t>
            </a:r>
          </a:p>
        </p:txBody>
      </p:sp>
      <p:grpSp>
        <p:nvGrpSpPr>
          <p:cNvPr id="101" name="Rounded Rectangle 6"/>
          <p:cNvGrpSpPr/>
          <p:nvPr/>
        </p:nvGrpSpPr>
        <p:grpSpPr>
          <a:xfrm>
            <a:off x="11121694" y="6418000"/>
            <a:ext cx="950001" cy="320001"/>
            <a:chOff x="0" y="0"/>
            <a:chExt cx="949999" cy="319999"/>
          </a:xfrm>
        </p:grpSpPr>
        <p:sp>
          <p:nvSpPr>
            <p:cNvPr id="99" name="Rounded Rectangle"/>
            <p:cNvSpPr/>
            <p:nvPr/>
          </p:nvSpPr>
          <p:spPr>
            <a:xfrm>
              <a:off x="0" y="0"/>
              <a:ext cx="950000" cy="320000"/>
            </a:xfrm>
            <a:prstGeom prst="roundRect">
              <a:avLst>
                <a:gd name="adj" fmla="val 50000"/>
              </a:avLst>
            </a:prstGeom>
            <a:solidFill>
              <a:srgbClr val="0A101A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0" name="1 / 24"/>
            <p:cNvSpPr txBox="1"/>
            <p:nvPr/>
          </p:nvSpPr>
          <p:spPr>
            <a:xfrm>
              <a:off x="46861" y="45699"/>
              <a:ext cx="856277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>
                  <a:solidFill>
                    <a:srgbClr val="F3D98C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1 / 28</a:t>
              </a:r>
            </a:p>
          </p:txBody>
        </p:sp>
      </p:grpSp>
      <p:sp>
        <p:nvSpPr>
          <p:cNvPr id="102" name="Outline link">
            <a:hlinkClick r:id="rId3"/>
          </p:cNvPr>
          <p:cNvSpPr/>
          <p:nvPr/>
        </p:nvSpPr>
        <p:spPr>
          <a:xfrm>
            <a:off x="10080253" y="6418000"/>
            <a:ext cx="950001" cy="320001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 w="12700">
            <a:solidFill>
              <a:srgbClr val="F3D98C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3D98C"/>
                </a:solidFill>
                <a:latin typeface="PingFang SC Semibold"/>
              </a:rPr>
              <a:t>大纲 ↗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TextBox 2"/>
          <p:cNvSpPr txBox="1"/>
          <p:nvPr/>
        </p:nvSpPr>
        <p:spPr>
          <a:xfrm>
            <a:off x="548639" y="320039"/>
            <a:ext cx="11064242" cy="78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44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引言</a:t>
            </a:r>
          </a:p>
        </p:txBody>
      </p:sp>
      <p:sp>
        <p:nvSpPr>
          <p:cNvPr id="105" name="TextBox 3"/>
          <p:cNvSpPr txBox="1"/>
          <p:nvPr/>
        </p:nvSpPr>
        <p:spPr>
          <a:xfrm>
            <a:off x="548640" y="1282699"/>
            <a:ext cx="1051560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95000"/>
              </a:lnSpc>
              <a:defRPr sz="36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大马士革路上</a:t>
            </a:r>
            <a:r>
              <a:rPr sz="1800">
                <a:solidFill>
                  <a:srgbClr val="F7F3E8"/>
                </a:solidFill>
              </a:rPr>
              <a:t>　Paul's Conversion · c. AD 35 · 使徒行传 9:1-19</a:t>
            </a:r>
          </a:p>
        </p:txBody>
      </p:sp>
      <p:pic>
        <p:nvPicPr>
          <p:cNvPr id="106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00800" y="2148839"/>
            <a:ext cx="5212080" cy="3474722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Rectangle 5"/>
          <p:cNvSpPr/>
          <p:nvPr/>
        </p:nvSpPr>
        <p:spPr>
          <a:xfrm>
            <a:off x="6400800" y="2148839"/>
            <a:ext cx="5212080" cy="3474721"/>
          </a:xfrm>
          <a:prstGeom prst="rect">
            <a:avLst/>
          </a:prstGeom>
          <a:ln w="19050">
            <a:solidFill>
              <a:srgbClr val="D4AF3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TextBox 6"/>
          <p:cNvSpPr txBox="1"/>
          <p:nvPr/>
        </p:nvSpPr>
        <p:spPr>
          <a:xfrm>
            <a:off x="548639" y="2148839"/>
            <a:ext cx="5577842" cy="386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spcBef>
                <a:spcPts val="1000"/>
              </a:spcBef>
              <a:defRPr sz="21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扫罗前往大马士革缉捕信徒，忽然从天上发光，四面照他，他就仆倒在地。</a:t>
            </a:r>
          </a:p>
          <a:p>
            <a:pPr>
              <a:lnSpc>
                <a:spcPct val="125000"/>
              </a:lnSpc>
              <a:spcBef>
                <a:spcPts val="1000"/>
              </a:spcBef>
              <a:defRPr sz="23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「主啊，你是谁？」</a:t>
            </a:r>
          </a:p>
          <a:p>
            <a:pPr>
              <a:lnSpc>
                <a:spcPct val="125000"/>
              </a:lnSpc>
              <a:spcBef>
                <a:spcPts val="1000"/>
              </a:spcBef>
              <a:defRPr sz="21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主说：「我就是你所逼迫的耶稣。」</a:t>
            </a:r>
            <a:r>
              <a:rPr sz="1500">
                <a:solidFill>
                  <a:srgbClr val="F3D98C"/>
                </a:solidFill>
              </a:rPr>
              <a:t>　（9:5）</a:t>
            </a:r>
            <a:endParaRPr sz="1500">
              <a:solidFill>
                <a:srgbClr val="F3D98C"/>
              </a:solidFill>
            </a:endParaRPr>
          </a:p>
          <a:p>
            <a:pPr>
              <a:lnSpc>
                <a:spcPct val="125000"/>
              </a:lnSpc>
              <a:spcBef>
                <a:spcPts val="1000"/>
              </a:spcBef>
              <a:defRPr sz="23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「主，我该做什么？」</a:t>
            </a:r>
          </a:p>
          <a:p>
            <a:pPr>
              <a:lnSpc>
                <a:spcPct val="125000"/>
              </a:lnSpc>
              <a:spcBef>
                <a:spcPts val="1000"/>
              </a:spcBef>
              <a:defRPr sz="21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主说：「起来，进城去，你所当做的事，</a:t>
            </a:r>
          </a:p>
          <a:p>
            <a:pPr>
              <a:lnSpc>
                <a:spcPct val="125000"/>
              </a:lnSpc>
              <a:spcBef>
                <a:spcPts val="1000"/>
              </a:spcBef>
              <a:defRPr sz="21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必有人告诉你。」</a:t>
            </a:r>
            <a:r>
              <a:rPr sz="1500">
                <a:solidFill>
                  <a:srgbClr val="F3D98C"/>
                </a:solidFill>
              </a:rPr>
              <a:t>　（9:6；22:10）</a:t>
            </a:r>
          </a:p>
        </p:txBody>
      </p:sp>
      <p:sp>
        <p:nvSpPr>
          <p:cNvPr id="109" name="Rectangle 7"/>
          <p:cNvSpPr/>
          <p:nvPr/>
        </p:nvSpPr>
        <p:spPr>
          <a:xfrm>
            <a:off x="548639" y="6035040"/>
            <a:ext cx="11064242" cy="25401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TextBox 8"/>
          <p:cNvSpPr txBox="1"/>
          <p:nvPr/>
        </p:nvSpPr>
        <p:spPr>
          <a:xfrm>
            <a:off x="548639" y="6172199"/>
            <a:ext cx="1106424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sz="20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逼迫教会的扫罗，从此成了传扬福音的保罗。</a:t>
            </a:r>
          </a:p>
        </p:txBody>
      </p:sp>
      <p:grpSp>
        <p:nvGrpSpPr>
          <p:cNvPr id="113" name="Rounded Rectangle 9"/>
          <p:cNvGrpSpPr/>
          <p:nvPr/>
        </p:nvGrpSpPr>
        <p:grpSpPr>
          <a:xfrm>
            <a:off x="11121694" y="6418000"/>
            <a:ext cx="950001" cy="320001"/>
            <a:chOff x="0" y="0"/>
            <a:chExt cx="949999" cy="319999"/>
          </a:xfrm>
        </p:grpSpPr>
        <p:sp>
          <p:nvSpPr>
            <p:cNvPr id="111" name="Rounded Rectangle"/>
            <p:cNvSpPr/>
            <p:nvPr/>
          </p:nvSpPr>
          <p:spPr>
            <a:xfrm>
              <a:off x="0" y="0"/>
              <a:ext cx="950000" cy="320000"/>
            </a:xfrm>
            <a:prstGeom prst="roundRect">
              <a:avLst>
                <a:gd name="adj" fmla="val 50000"/>
              </a:avLst>
            </a:prstGeom>
            <a:solidFill>
              <a:srgbClr val="0A101A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2" name="2 / 24"/>
            <p:cNvSpPr txBox="1"/>
            <p:nvPr/>
          </p:nvSpPr>
          <p:spPr>
            <a:xfrm>
              <a:off x="46861" y="45699"/>
              <a:ext cx="856277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>
                  <a:solidFill>
                    <a:srgbClr val="F3D98C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2 / 28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000" b="1" lang="zh-CN">
                <a:solidFill>
                  <a:srgbClr val="F3D98C"/>
                </a:solidFill>
                <a:latin typeface="PingFang SC Semibold"/>
                <a:ea typeface="PingFang SC Semibold"/>
              </a:rPr>
              <a:t>耶稣真的从死里复活了吗？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515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lang="zh-CN">
                <a:solidFill>
                  <a:srgbClr val="F7F3E8"/>
                </a:solidFill>
                <a:latin typeface="PingFang SC Semibold"/>
                <a:ea typeface="PingFang SC Semibold"/>
              </a:rPr>
              <a:t>Did Jesus Really Rise from the Dead?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09300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zh-CN">
                <a:solidFill>
                  <a:srgbClr val="F3D98C"/>
                </a:solidFill>
                <a:latin typeface="PingFang SC Semibold"/>
                <a:ea typeface="PingFang SC Semibold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28600"/>
            <a:ext cx="10881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lang="zh-CN">
                <a:solidFill>
                  <a:srgbClr val="F3D98C"/>
                </a:solidFill>
                <a:latin typeface="PingFang SC Semibold"/>
                <a:ea typeface="PingFang SC Semibold"/>
              </a:rPr>
              <a:t>耶稣复活：公认的事实（一）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932688"/>
          </a:xfrm>
          <a:prstGeom prst="roundRect">
            <a:avLst>
              <a:gd name="adj" fmla="val 12000"/>
            </a:avLst>
          </a:prstGeom>
          <a:solidFill>
            <a:srgbClr val="16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344168"/>
            <a:ext cx="621792" cy="621792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lang="zh-CN">
                <a:solidFill>
                  <a:srgbClr val="0A101A"/>
                </a:solidFill>
                <a:latin typeface="PingFang SC Semibold"/>
                <a:ea typeface="PingFang SC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188720"/>
            <a:ext cx="95554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 lang="zh-CN">
                <a:solidFill>
                  <a:srgbClr val="F7F3E8"/>
                </a:solidFill>
                <a:latin typeface="PingFang SC Semibold"/>
                <a:ea typeface="PingFang SC Semibold"/>
              </a:rPr>
              <a:t>耶稣被罗马人钉十字架而死。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67128"/>
            <a:ext cx="10881360" cy="932688"/>
          </a:xfrm>
          <a:prstGeom prst="roundRect">
            <a:avLst>
              <a:gd name="adj" fmla="val 12000"/>
            </a:avLst>
          </a:prstGeom>
          <a:solidFill>
            <a:srgbClr val="1D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2322576"/>
            <a:ext cx="621792" cy="621792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lang="zh-CN">
                <a:solidFill>
                  <a:srgbClr val="0A101A"/>
                </a:solidFill>
                <a:latin typeface="PingFang SC Semibold"/>
                <a:ea typeface="PingFang SC Semi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167128"/>
            <a:ext cx="95554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 lang="zh-CN">
                <a:solidFill>
                  <a:srgbClr val="F7F3E8"/>
                </a:solidFill>
                <a:latin typeface="PingFang SC Semibold"/>
                <a:ea typeface="PingFang SC Semibold"/>
              </a:rPr>
              <a:t>他被埋葬，很可能是葬在私人的坟墓里。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45536"/>
            <a:ext cx="10881360" cy="932688"/>
          </a:xfrm>
          <a:prstGeom prst="roundRect">
            <a:avLst>
              <a:gd name="adj" fmla="val 12000"/>
            </a:avLst>
          </a:prstGeom>
          <a:solidFill>
            <a:srgbClr val="16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3544" y="3300984"/>
            <a:ext cx="621792" cy="621792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lang="zh-CN">
                <a:solidFill>
                  <a:srgbClr val="0A101A"/>
                </a:solidFill>
                <a:latin typeface="PingFang SC Semibold"/>
                <a:ea typeface="PingFang SC Semibol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145536"/>
            <a:ext cx="95554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 lang="zh-CN">
                <a:solidFill>
                  <a:srgbClr val="F7F3E8"/>
                </a:solidFill>
                <a:latin typeface="PingFang SC Semibold"/>
                <a:ea typeface="PingFang SC Semibold"/>
              </a:rPr>
              <a:t>不久之后，门徒们灰心丧志、悲痛忧伤，失去了盼望。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23944"/>
            <a:ext cx="10881360" cy="932688"/>
          </a:xfrm>
          <a:prstGeom prst="roundRect">
            <a:avLst>
              <a:gd name="adj" fmla="val 12000"/>
            </a:avLst>
          </a:prstGeom>
          <a:solidFill>
            <a:srgbClr val="1D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3544" y="4279392"/>
            <a:ext cx="621792" cy="621792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lang="zh-CN">
                <a:solidFill>
                  <a:srgbClr val="0A101A"/>
                </a:solidFill>
                <a:latin typeface="PingFang SC Semibold"/>
                <a:ea typeface="PingFang SC Semi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123944"/>
            <a:ext cx="95554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 lang="zh-CN">
                <a:solidFill>
                  <a:srgbClr val="F7F3E8"/>
                </a:solidFill>
                <a:latin typeface="PingFang SC Semibold"/>
                <a:ea typeface="PingFang SC Semibold"/>
              </a:rPr>
              <a:t>耶稣下葬后不久，人们就发现他的坟墓是空的。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02352"/>
            <a:ext cx="10881360" cy="932688"/>
          </a:xfrm>
          <a:prstGeom prst="roundRect">
            <a:avLst>
              <a:gd name="adj" fmla="val 12000"/>
            </a:avLst>
          </a:prstGeom>
          <a:solidFill>
            <a:srgbClr val="16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3544" y="5257800"/>
            <a:ext cx="621792" cy="621792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lang="zh-CN">
                <a:solidFill>
                  <a:srgbClr val="0A101A"/>
                </a:solidFill>
                <a:latin typeface="PingFang SC Semibold"/>
                <a:ea typeface="PingFang SC Semibol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102352"/>
            <a:ext cx="95554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 lang="zh-CN">
                <a:solidFill>
                  <a:srgbClr val="F7F3E8"/>
                </a:solidFill>
                <a:latin typeface="PingFang SC Semibold"/>
                <a:ea typeface="PingFang SC Semibold"/>
              </a:rPr>
              <a:t>门徒们有过一些经历，他们相信那是复活的耶稣真实显现。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263640"/>
            <a:ext cx="10515600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zh-CN" i="0">
                <a:solidFill>
                  <a:srgbClr val="F3D98C"/>
                </a:solidFill>
                <a:latin typeface="Arial"/>
                <a:ea typeface="Arial"/>
              </a:rPr>
              <a:t>Gary Habermas, </a:t>
            </a:r>
            <a:r>
              <a:rPr sz="1400" b="0" lang="zh-CN" i="1">
                <a:solidFill>
                  <a:srgbClr val="F3D98C"/>
                </a:solidFill>
                <a:latin typeface="Arial"/>
                <a:ea typeface="Arial"/>
              </a:rPr>
              <a:t>The Risen Jesus and Future Hope</a:t>
            </a:r>
            <a:r>
              <a:rPr sz="1400" b="0" lang="zh-CN" i="0">
                <a:solidFill>
                  <a:srgbClr val="F3D98C"/>
                </a:solidFill>
                <a:latin typeface="Arial"/>
                <a:ea typeface="Arial"/>
              </a:rPr>
              <a:t> (2003)</a:t>
            </a:r>
          </a:p>
          <a:p>
            <a:pPr algn="l">
              <a:lnSpc>
                <a:spcPct val="100000"/>
              </a:lnSpc>
            </a:pPr>
            <a:r>
              <a:rPr sz="1400" b="0" lang="zh-CN" i="0">
                <a:solidFill>
                  <a:srgbClr val="F3D98C"/>
                </a:solidFill>
                <a:latin typeface="Arial"/>
                <a:ea typeface="Arial"/>
              </a:rPr>
              <a:t>Norman Geisler &amp; Frank Turek, </a:t>
            </a:r>
            <a:r>
              <a:rPr sz="1400" b="0" lang="zh-CN" i="1">
                <a:solidFill>
                  <a:srgbClr val="F3D98C"/>
                </a:solidFill>
                <a:latin typeface="Arial"/>
                <a:ea typeface="Arial"/>
              </a:rPr>
              <a:t>I Don’t Have Enough Faith to Be an Atheist</a:t>
            </a:r>
            <a:r>
              <a:rPr sz="1400" b="0" lang="zh-CN" i="0">
                <a:solidFill>
                  <a:srgbClr val="F3D98C"/>
                </a:solidFill>
                <a:latin typeface="Arial"/>
                <a:ea typeface="Arial"/>
              </a:rPr>
              <a:t> (2004)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09300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zh-CN">
                <a:solidFill>
                  <a:srgbClr val="F3D98C"/>
                </a:solidFill>
                <a:latin typeface="PingFang SC Semibold"/>
                <a:ea typeface="PingFang SC Semibold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28600"/>
            <a:ext cx="10881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lang="zh-CN">
                <a:solidFill>
                  <a:srgbClr val="F3D98C"/>
                </a:solidFill>
                <a:latin typeface="PingFang SC Semibold"/>
                <a:ea typeface="PingFang SC Semibold"/>
              </a:rPr>
              <a:t>耶稣复活：公认的事实（二）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932688"/>
          </a:xfrm>
          <a:prstGeom prst="roundRect">
            <a:avLst>
              <a:gd name="adj" fmla="val 12000"/>
            </a:avLst>
          </a:prstGeom>
          <a:solidFill>
            <a:srgbClr val="16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344168"/>
            <a:ext cx="621792" cy="621792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lang="zh-CN">
                <a:solidFill>
                  <a:srgbClr val="0A101A"/>
                </a:solidFill>
                <a:latin typeface="PingFang SC Semibold"/>
                <a:ea typeface="PingFang SC Semibold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188720"/>
            <a:ext cx="95554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 lang="zh-CN">
                <a:solidFill>
                  <a:srgbClr val="F7F3E8"/>
                </a:solidFill>
                <a:latin typeface="PingFang SC Semibold"/>
                <a:ea typeface="PingFang SC Semibold"/>
              </a:rPr>
              <a:t>因着这些经历，门徒的生命被彻底改变，他们甚至愿意为自己的信仰而死。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67128"/>
            <a:ext cx="10881360" cy="932688"/>
          </a:xfrm>
          <a:prstGeom prst="roundRect">
            <a:avLst>
              <a:gd name="adj" fmla="val 12000"/>
            </a:avLst>
          </a:prstGeom>
          <a:solidFill>
            <a:srgbClr val="1D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2322576"/>
            <a:ext cx="621792" cy="621792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lang="zh-CN">
                <a:solidFill>
                  <a:srgbClr val="0A101A"/>
                </a:solidFill>
                <a:latin typeface="PingFang SC Semibold"/>
                <a:ea typeface="PingFang SC Semibold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167128"/>
            <a:ext cx="95554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 lang="zh-CN">
                <a:solidFill>
                  <a:srgbClr val="F7F3E8"/>
                </a:solidFill>
                <a:latin typeface="PingFang SC Semibold"/>
                <a:ea typeface="PingFang SC Semibold"/>
              </a:rPr>
              <a:t>复活的宣讲从很早就开始了，从教会历史之初，福音信息就以耶稣的死与复活为中心。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45536"/>
            <a:ext cx="10881360" cy="932688"/>
          </a:xfrm>
          <a:prstGeom prst="roundRect">
            <a:avLst>
              <a:gd name="adj" fmla="val 12000"/>
            </a:avLst>
          </a:prstGeom>
          <a:solidFill>
            <a:srgbClr val="16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3544" y="3300984"/>
            <a:ext cx="621792" cy="621792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lang="zh-CN">
                <a:solidFill>
                  <a:srgbClr val="0A101A"/>
                </a:solidFill>
                <a:latin typeface="PingFang SC Semibold"/>
                <a:ea typeface="PingFang SC Semibold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145536"/>
            <a:ext cx="95554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 lang="zh-CN">
                <a:solidFill>
                  <a:srgbClr val="F7F3E8"/>
                </a:solidFill>
                <a:latin typeface="PingFang SC Semibold"/>
                <a:ea typeface="PingFang SC Semibold"/>
              </a:rPr>
              <a:t>门徒公开见证并传讲复活，就在耶路撒冷——耶稣不久之前被钉十字架、被埋葬的地方。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23944"/>
            <a:ext cx="10881360" cy="932688"/>
          </a:xfrm>
          <a:prstGeom prst="roundRect">
            <a:avLst>
              <a:gd name="adj" fmla="val 12000"/>
            </a:avLst>
          </a:prstGeom>
          <a:solidFill>
            <a:srgbClr val="1D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3544" y="4279392"/>
            <a:ext cx="621792" cy="621792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lang="zh-CN">
                <a:solidFill>
                  <a:srgbClr val="0A101A"/>
                </a:solidFill>
                <a:latin typeface="PingFang SC Semibold"/>
                <a:ea typeface="PingFang SC Semibold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123944"/>
            <a:ext cx="95554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 lang="zh-CN">
                <a:solidFill>
                  <a:srgbClr val="F7F3E8"/>
                </a:solidFill>
                <a:latin typeface="PingFang SC Semibold"/>
                <a:ea typeface="PingFang SC Semibold"/>
              </a:rPr>
              <a:t>耶稣的弟弟雅各，此前是个怀疑者，因相信自己也见到了复活的耶稣而归信。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02352"/>
            <a:ext cx="10881360" cy="932688"/>
          </a:xfrm>
          <a:prstGeom prst="roundRect">
            <a:avLst>
              <a:gd name="adj" fmla="val 12000"/>
            </a:avLst>
          </a:prstGeom>
          <a:solidFill>
            <a:srgbClr val="16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3544" y="5257800"/>
            <a:ext cx="621792" cy="621792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 lang="zh-CN">
                <a:solidFill>
                  <a:srgbClr val="0A101A"/>
                </a:solidFill>
                <a:latin typeface="PingFang SC Semibold"/>
                <a:ea typeface="PingFang SC Semibold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102352"/>
            <a:ext cx="95554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 lang="zh-CN">
                <a:solidFill>
                  <a:srgbClr val="F7F3E8"/>
                </a:solidFill>
                <a:latin typeface="PingFang SC Semibold"/>
                <a:ea typeface="PingFang SC Semibold"/>
              </a:rPr>
              <a:t>几年之后，大数的扫罗（保罗）成为基督徒，是因为一次他也相信是复活耶稣向他显现的经历。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263640"/>
            <a:ext cx="10515600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zh-CN" i="0">
                <a:solidFill>
                  <a:srgbClr val="F3D98C"/>
                </a:solidFill>
                <a:latin typeface="Arial"/>
                <a:ea typeface="Arial"/>
              </a:rPr>
              <a:t>Gary Habermas, </a:t>
            </a:r>
            <a:r>
              <a:rPr sz="1400" b="0" lang="zh-CN" i="1">
                <a:solidFill>
                  <a:srgbClr val="F3D98C"/>
                </a:solidFill>
                <a:latin typeface="Arial"/>
                <a:ea typeface="Arial"/>
              </a:rPr>
              <a:t>The Risen Jesus and Future Hope</a:t>
            </a:r>
            <a:r>
              <a:rPr sz="1400" b="0" lang="zh-CN" i="0">
                <a:solidFill>
                  <a:srgbClr val="F3D98C"/>
                </a:solidFill>
                <a:latin typeface="Arial"/>
                <a:ea typeface="Arial"/>
              </a:rPr>
              <a:t> (2003)</a:t>
            </a:r>
          </a:p>
          <a:p>
            <a:pPr algn="l">
              <a:lnSpc>
                <a:spcPct val="100000"/>
              </a:lnSpc>
            </a:pPr>
            <a:r>
              <a:rPr sz="1400" b="0" lang="zh-CN" i="0">
                <a:solidFill>
                  <a:srgbClr val="F3D98C"/>
                </a:solidFill>
                <a:latin typeface="Arial"/>
                <a:ea typeface="Arial"/>
              </a:rPr>
              <a:t>Norman Geisler &amp; Frank Turek, </a:t>
            </a:r>
            <a:r>
              <a:rPr sz="1400" b="0" lang="zh-CN" i="1">
                <a:solidFill>
                  <a:srgbClr val="F3D98C"/>
                </a:solidFill>
                <a:latin typeface="Arial"/>
                <a:ea typeface="Arial"/>
              </a:rPr>
              <a:t>I Don’t Have Enough Faith to Be an Atheist</a:t>
            </a:r>
            <a:r>
              <a:rPr sz="1400" b="0" lang="zh-CN" i="0">
                <a:solidFill>
                  <a:srgbClr val="F3D98C"/>
                </a:solidFill>
                <a:latin typeface="Arial"/>
                <a:ea typeface="Arial"/>
              </a:rPr>
              <a:t> (2004)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09300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zh-CN">
                <a:solidFill>
                  <a:srgbClr val="F3D98C"/>
                </a:solidFill>
                <a:latin typeface="PingFang SC Semibold"/>
                <a:ea typeface="PingFang SC Semibold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28600"/>
            <a:ext cx="10881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lang="zh-CN">
                <a:solidFill>
                  <a:srgbClr val="F3D98C"/>
                </a:solidFill>
                <a:latin typeface="PingFang SC Semibold"/>
                <a:ea typeface="PingFang SC Semibold"/>
              </a:rPr>
              <a:t>复活带来的改变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88136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4535424"/>
        </p:xfrm>
        <a:graphic>
          <a:graphicData uri="http://schemas.openxmlformats.org/drawingml/2006/table">
            <a:tbl>
              <a:tblPr firstRow="0" bandRow="0"/>
              <a:tblGrid>
                <a:gridCol w="4023360"/>
                <a:gridCol w="68580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2800" b="1" lang="zh-CN">
                          <a:solidFill>
                            <a:srgbClr val="0A101A"/>
                          </a:solidFill>
                          <a:latin typeface="PingFang SC Semibold"/>
                          <a:ea typeface="PingFang SC Semibold"/>
                        </a:rPr>
                        <a:t>复活前的信仰</a:t>
                      </a:r>
                    </a:p>
                  </a:txBody>
                  <a:tcPr anchor="ctr" marL="228600" marR="137160" marT="36576" marB="36576">
                    <a:solidFill>
                      <a:srgbClr val="D4A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800" b="1" lang="zh-CN">
                          <a:solidFill>
                            <a:srgbClr val="0A101A"/>
                          </a:solidFill>
                          <a:latin typeface="PingFang SC Semibold"/>
                          <a:ea typeface="PingFang SC Semibold"/>
                        </a:rPr>
                        <a:t>复活后的信仰</a:t>
                      </a:r>
                    </a:p>
                  </a:txBody>
                  <a:tcPr anchor="ctr" marL="228600" marR="137160" marT="36576" marB="36576">
                    <a:solidFill>
                      <a:srgbClr val="D4AF3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动物献祭</a:t>
                      </a:r>
                    </a:p>
                  </a:txBody>
                  <a:tcPr anchor="ctr" marL="228600" marR="137160" marT="36576" marB="36576">
                    <a:solidFill>
                      <a:srgbClr val="16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不再需要，因为基督的献祭</a:t>
                      </a:r>
                    </a:p>
                  </a:txBody>
                  <a:tcPr anchor="ctr" marL="228600" marR="137160" marT="36576" marB="36576">
                    <a:solidFill>
                      <a:srgbClr val="1624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摩西律法的约束</a:t>
                      </a:r>
                    </a:p>
                  </a:txBody>
                  <a:tcPr anchor="ctr" marL="228600" marR="137160" marT="36576" marB="36576">
                    <a:solidFill>
                      <a:srgbClr val="1D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不再约束，因为已被基督的一生所成全</a:t>
                      </a:r>
                    </a:p>
                  </a:txBody>
                  <a:tcPr anchor="ctr" marL="228600" marR="137160" marT="36576" marB="36576">
                    <a:solidFill>
                      <a:srgbClr val="1D30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严格的一神论</a:t>
                      </a:r>
                    </a:p>
                  </a:txBody>
                  <a:tcPr anchor="ctr" marL="228600" marR="137160" marT="36576" marB="36576">
                    <a:solidFill>
                      <a:srgbClr val="16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三位一体（一个神圣本质中的三个位格）</a:t>
                      </a:r>
                    </a:p>
                  </a:txBody>
                  <a:tcPr anchor="ctr" marL="228600" marR="137160" marT="36576" marB="36576">
                    <a:solidFill>
                      <a:srgbClr val="1624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安息日</a:t>
                      </a:r>
                    </a:p>
                  </a:txBody>
                  <a:tcPr anchor="ctr" marL="228600" marR="137160" marT="36576" marB="36576">
                    <a:solidFill>
                      <a:srgbClr val="1D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被主日崇拜所取代</a:t>
                      </a:r>
                    </a:p>
                  </a:txBody>
                  <a:tcPr anchor="ctr" marL="228600" marR="137160" marT="36576" marB="36576">
                    <a:solidFill>
                      <a:srgbClr val="1D30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得胜的弥赛亚</a:t>
                      </a:r>
                    </a:p>
                  </a:txBody>
                  <a:tcPr anchor="ctr" marL="228600" marR="137160" marT="36576" marB="36576">
                    <a:solidFill>
                      <a:srgbClr val="16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受苦献祭的弥赛亚（他再来时才得胜）</a:t>
                      </a:r>
                    </a:p>
                  </a:txBody>
                  <a:tcPr anchor="ctr" marL="228600" marR="137160" marT="36576" marB="36576">
                    <a:solidFill>
                      <a:srgbClr val="1624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割礼</a:t>
                      </a:r>
                    </a:p>
                  </a:txBody>
                  <a:tcPr anchor="ctr" marL="228600" marR="137160" marT="36576" marB="36576">
                    <a:solidFill>
                      <a:srgbClr val="1D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被洗礼和圣餐所取代</a:t>
                      </a:r>
                    </a:p>
                  </a:txBody>
                  <a:tcPr anchor="ctr" marL="228600" marR="137160" marT="36576" marB="36576">
                    <a:solidFill>
                      <a:srgbClr val="1D30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7F3E8"/>
                          </a:solidFill>
                          <a:latin typeface="PingFang SC Semibold"/>
                          <a:ea typeface="PingFang SC Semibold"/>
                        </a:rPr>
                        <a:t>律法和先知</a:t>
                      </a:r>
                    </a:p>
                  </a:txBody>
                  <a:tcPr anchor="ctr" marL="228600" marR="137160" marT="36576" marB="36576">
                    <a:solidFill>
                      <a:srgbClr val="16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700" b="1" lang="zh-CN">
                          <a:solidFill>
                            <a:srgbClr val="F3D98C"/>
                          </a:solidFill>
                          <a:latin typeface="PingFang SC Semibold"/>
                          <a:ea typeface="PingFang SC Semibold"/>
                        </a:rPr>
                        <a:t>律法、先知和使徒</a:t>
                      </a:r>
                    </a:p>
                  </a:txBody>
                  <a:tcPr anchor="ctr" marL="228600" marR="137160" marT="36576" marB="36576">
                    <a:solidFill>
                      <a:srgbClr val="1624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263640"/>
            <a:ext cx="10515600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zh-CN" i="0">
                <a:solidFill>
                  <a:srgbClr val="F3D98C"/>
                </a:solidFill>
                <a:latin typeface="Arial"/>
                <a:ea typeface="Arial"/>
              </a:rPr>
              <a:t>Gary Habermas, </a:t>
            </a:r>
            <a:r>
              <a:rPr sz="1400" b="0" lang="zh-CN" i="1">
                <a:solidFill>
                  <a:srgbClr val="F3D98C"/>
                </a:solidFill>
                <a:latin typeface="Arial"/>
                <a:ea typeface="Arial"/>
              </a:rPr>
              <a:t>The Risen Jesus and Future Hope</a:t>
            </a:r>
            <a:r>
              <a:rPr sz="1400" b="0" lang="zh-CN" i="0">
                <a:solidFill>
                  <a:srgbClr val="F3D98C"/>
                </a:solidFill>
                <a:latin typeface="Arial"/>
                <a:ea typeface="Arial"/>
              </a:rPr>
              <a:t> (2003)</a:t>
            </a:r>
          </a:p>
          <a:p>
            <a:pPr algn="l">
              <a:lnSpc>
                <a:spcPct val="100000"/>
              </a:lnSpc>
            </a:pPr>
            <a:r>
              <a:rPr sz="1400" b="0" lang="zh-CN" i="0">
                <a:solidFill>
                  <a:srgbClr val="F3D98C"/>
                </a:solidFill>
                <a:latin typeface="Arial"/>
                <a:ea typeface="Arial"/>
              </a:rPr>
              <a:t>Norman Geisler &amp; Frank Turek, </a:t>
            </a:r>
            <a:r>
              <a:rPr sz="1400" b="0" lang="zh-CN" i="1">
                <a:solidFill>
                  <a:srgbClr val="F3D98C"/>
                </a:solidFill>
                <a:latin typeface="Arial"/>
                <a:ea typeface="Arial"/>
              </a:rPr>
              <a:t>I Don’t Have Enough Faith to Be an Atheist</a:t>
            </a:r>
            <a:r>
              <a:rPr sz="1400" b="0" lang="zh-CN" i="0">
                <a:solidFill>
                  <a:srgbClr val="F3D98C"/>
                </a:solidFill>
                <a:latin typeface="Arial"/>
                <a:ea typeface="Arial"/>
              </a:rPr>
              <a:t> (2004)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09300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zh-CN">
                <a:solidFill>
                  <a:srgbClr val="F3D98C"/>
                </a:solidFill>
                <a:latin typeface="PingFang SC Semibold"/>
                <a:ea typeface="PingFang SC Semibold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TextBox 2"/>
          <p:cNvSpPr txBox="1"/>
          <p:nvPr/>
        </p:nvSpPr>
        <p:spPr>
          <a:xfrm>
            <a:off x="548639" y="320039"/>
            <a:ext cx="11064242" cy="78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44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引言</a:t>
            </a:r>
          </a:p>
        </p:txBody>
      </p:sp>
      <p:sp>
        <p:nvSpPr>
          <p:cNvPr id="117" name="TextBox 3"/>
          <p:cNvSpPr txBox="1"/>
          <p:nvPr/>
        </p:nvSpPr>
        <p:spPr>
          <a:xfrm>
            <a:off x="548640" y="1336039"/>
            <a:ext cx="7955279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95000"/>
              </a:lnSpc>
              <a:defRPr sz="40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奥古斯丁</a:t>
            </a:r>
            <a:r>
              <a:rPr sz="2000">
                <a:solidFill>
                  <a:srgbClr val="F7F3E8"/>
                </a:solidFill>
              </a:rPr>
              <a:t>　Augustine · AD 354–430</a:t>
            </a:r>
          </a:p>
        </p:txBody>
      </p:sp>
      <p:pic>
        <p:nvPicPr>
          <p:cNvPr id="118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006840" y="1051560"/>
            <a:ext cx="2286001" cy="3044952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TextBox 5"/>
          <p:cNvSpPr txBox="1"/>
          <p:nvPr/>
        </p:nvSpPr>
        <p:spPr>
          <a:xfrm>
            <a:off x="548640" y="2514599"/>
            <a:ext cx="8229601" cy="310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8000"/>
              </a:lnSpc>
              <a:defRPr sz="24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奥古斯丁年少放荡，虽有信主母亲多年的祷告与眼泪，仍深陷罪中无法自救。一日在朋友的花园中，他听见邻家孩童反复呼喊「拿起来读」，便随手翻开圣经，正读到罗马书十三章：「总要披戴主耶稣基督，不要为肉体安排，去放纵私欲。」神的话正中他心，远超过母亲多年恳切的祈求。奥古斯丁当下悔改归主，后来成为教会历史上最具影响力的神学家之一。</a:t>
            </a:r>
          </a:p>
        </p:txBody>
      </p:sp>
      <p:sp>
        <p:nvSpPr>
          <p:cNvPr id="120" name="Rectangle 6"/>
          <p:cNvSpPr/>
          <p:nvPr/>
        </p:nvSpPr>
        <p:spPr>
          <a:xfrm>
            <a:off x="548639" y="5715000"/>
            <a:ext cx="11064242" cy="25400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TextBox 7"/>
          <p:cNvSpPr txBox="1"/>
          <p:nvPr/>
        </p:nvSpPr>
        <p:spPr>
          <a:xfrm>
            <a:off x="548639" y="5897879"/>
            <a:ext cx="1106424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24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「总要披戴主耶稣基督，不要为肉体安排，去放纵私欲。」（罗马书 13:13-14）</a:t>
            </a:r>
          </a:p>
        </p:txBody>
      </p:sp>
      <p:grpSp>
        <p:nvGrpSpPr>
          <p:cNvPr id="124" name="Rounded Rectangle 8"/>
          <p:cNvGrpSpPr/>
          <p:nvPr/>
        </p:nvGrpSpPr>
        <p:grpSpPr>
          <a:xfrm>
            <a:off x="11121694" y="6418000"/>
            <a:ext cx="950001" cy="320001"/>
            <a:chOff x="0" y="0"/>
            <a:chExt cx="949999" cy="319999"/>
          </a:xfrm>
        </p:grpSpPr>
        <p:sp>
          <p:nvSpPr>
            <p:cNvPr id="122" name="Rounded Rectangle"/>
            <p:cNvSpPr/>
            <p:nvPr/>
          </p:nvSpPr>
          <p:spPr>
            <a:xfrm>
              <a:off x="0" y="0"/>
              <a:ext cx="950000" cy="320000"/>
            </a:xfrm>
            <a:prstGeom prst="roundRect">
              <a:avLst>
                <a:gd name="adj" fmla="val 50000"/>
              </a:avLst>
            </a:prstGeom>
            <a:solidFill>
              <a:srgbClr val="0A101A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3" name="3 / 24"/>
            <p:cNvSpPr txBox="1"/>
            <p:nvPr/>
          </p:nvSpPr>
          <p:spPr>
            <a:xfrm>
              <a:off x="46861" y="45699"/>
              <a:ext cx="856277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>
                  <a:solidFill>
                    <a:srgbClr val="F3D98C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7 / 28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TextBox 2"/>
          <p:cNvSpPr txBox="1"/>
          <p:nvPr/>
        </p:nvSpPr>
        <p:spPr>
          <a:xfrm>
            <a:off x="548639" y="320039"/>
            <a:ext cx="11064242" cy="78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44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引言</a:t>
            </a:r>
          </a:p>
        </p:txBody>
      </p:sp>
      <p:sp>
        <p:nvSpPr>
          <p:cNvPr id="128" name="TextBox 3"/>
          <p:cNvSpPr txBox="1"/>
          <p:nvPr/>
        </p:nvSpPr>
        <p:spPr>
          <a:xfrm>
            <a:off x="548640" y="1336039"/>
            <a:ext cx="7955279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95000"/>
              </a:lnSpc>
              <a:defRPr sz="40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马丁·路德</a:t>
            </a:r>
            <a:r>
              <a:rPr sz="2000">
                <a:solidFill>
                  <a:srgbClr val="F7F3E8"/>
                </a:solidFill>
              </a:rPr>
              <a:t>　Martin Luther · AD 1483–1546</a:t>
            </a:r>
          </a:p>
        </p:txBody>
      </p:sp>
      <p:pic>
        <p:nvPicPr>
          <p:cNvPr id="129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006840" y="1051560"/>
            <a:ext cx="2286001" cy="3044952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TextBox 5"/>
          <p:cNvSpPr txBox="1"/>
          <p:nvPr/>
        </p:nvSpPr>
        <p:spPr>
          <a:xfrm>
            <a:off x="548640" y="2514599"/>
            <a:ext cx="8229601" cy="310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8000"/>
              </a:lnSpc>
              <a:defRPr sz="24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路德虔诚敬虔，却始终无法在神面前寻得平安——越竭力遵行律法，越觉得达不到神公义的标准，甚至对神心生怨怼。绝望中，他钻研罗马书，在1:17节看见亮光：「神的义正在这福音上显明出来...义人必因信得生。」路德明白，神的义不是靠行为赢得，而是单靠信心领受基督所赐的义。这一发现点燃了宗教改革之火。</a:t>
            </a:r>
          </a:p>
        </p:txBody>
      </p:sp>
      <p:sp>
        <p:nvSpPr>
          <p:cNvPr id="131" name="Rectangle 6"/>
          <p:cNvSpPr/>
          <p:nvPr/>
        </p:nvSpPr>
        <p:spPr>
          <a:xfrm>
            <a:off x="548639" y="5715000"/>
            <a:ext cx="11064242" cy="25400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TextBox 7"/>
          <p:cNvSpPr txBox="1"/>
          <p:nvPr/>
        </p:nvSpPr>
        <p:spPr>
          <a:xfrm>
            <a:off x="548639" y="5897879"/>
            <a:ext cx="1106424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24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「神的义正在这福音上显明出来...义人必因信得生。」（罗马书 1:17）</a:t>
            </a:r>
          </a:p>
        </p:txBody>
      </p:sp>
      <p:grpSp>
        <p:nvGrpSpPr>
          <p:cNvPr id="135" name="Rounded Rectangle 8"/>
          <p:cNvGrpSpPr/>
          <p:nvPr/>
        </p:nvGrpSpPr>
        <p:grpSpPr>
          <a:xfrm>
            <a:off x="11121694" y="6418000"/>
            <a:ext cx="950001" cy="320001"/>
            <a:chOff x="0" y="0"/>
            <a:chExt cx="949999" cy="319999"/>
          </a:xfrm>
        </p:grpSpPr>
        <p:sp>
          <p:nvSpPr>
            <p:cNvPr id="133" name="Rounded Rectangle"/>
            <p:cNvSpPr/>
            <p:nvPr/>
          </p:nvSpPr>
          <p:spPr>
            <a:xfrm>
              <a:off x="0" y="0"/>
              <a:ext cx="950000" cy="320000"/>
            </a:xfrm>
            <a:prstGeom prst="roundRect">
              <a:avLst>
                <a:gd name="adj" fmla="val 50000"/>
              </a:avLst>
            </a:prstGeom>
            <a:solidFill>
              <a:srgbClr val="0A101A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4" name="4 / 24"/>
            <p:cNvSpPr txBox="1"/>
            <p:nvPr/>
          </p:nvSpPr>
          <p:spPr>
            <a:xfrm>
              <a:off x="46861" y="45699"/>
              <a:ext cx="856277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>
                  <a:solidFill>
                    <a:srgbClr val="F3D98C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8 / 28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TextBox 2"/>
          <p:cNvSpPr txBox="1"/>
          <p:nvPr/>
        </p:nvSpPr>
        <p:spPr>
          <a:xfrm>
            <a:off x="548639" y="320040"/>
            <a:ext cx="11064242" cy="78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44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书信背景</a:t>
            </a:r>
          </a:p>
        </p:txBody>
      </p:sp>
      <p:sp>
        <p:nvSpPr>
          <p:cNvPr id="139" name="TextBox 3"/>
          <p:cNvSpPr txBox="1"/>
          <p:nvPr/>
        </p:nvSpPr>
        <p:spPr>
          <a:xfrm>
            <a:off x="548639" y="1005839"/>
            <a:ext cx="1106424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20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The Background of Romans</a:t>
            </a:r>
          </a:p>
        </p:txBody>
      </p:sp>
      <p:sp>
        <p:nvSpPr>
          <p:cNvPr id="140" name="TextBox 4"/>
          <p:cNvSpPr txBox="1"/>
          <p:nvPr/>
        </p:nvSpPr>
        <p:spPr>
          <a:xfrm>
            <a:off x="548640" y="1882139"/>
            <a:ext cx="27432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5000"/>
              </a:lnSpc>
              <a:defRPr sz="30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作者</a:t>
            </a:r>
          </a:p>
        </p:txBody>
      </p:sp>
      <p:sp>
        <p:nvSpPr>
          <p:cNvPr id="141" name="TextBox 5"/>
          <p:cNvSpPr txBox="1"/>
          <p:nvPr/>
        </p:nvSpPr>
        <p:spPr>
          <a:xfrm>
            <a:off x="548640" y="2514599"/>
            <a:ext cx="10515601" cy="1508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24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保罗（原名扫罗），基督的仆人，蒙召为使徒。他是犹太人，也是罗马公民，生于希腊文化名城大数，通晓希腊文学与文化；自幼在耶路撒冷接受严谨的犹太教育，是法利赛人的后裔，师从著名拉比迦玛列。</a:t>
            </a:r>
          </a:p>
        </p:txBody>
      </p:sp>
      <p:sp>
        <p:nvSpPr>
          <p:cNvPr id="142" name="TextBox 6"/>
          <p:cNvSpPr txBox="1"/>
          <p:nvPr/>
        </p:nvSpPr>
        <p:spPr>
          <a:xfrm>
            <a:off x="548640" y="4122419"/>
            <a:ext cx="27432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5000"/>
              </a:lnSpc>
              <a:defRPr sz="30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写作背景</a:t>
            </a:r>
          </a:p>
        </p:txBody>
      </p:sp>
      <p:sp>
        <p:nvSpPr>
          <p:cNvPr id="143" name="TextBox 7"/>
          <p:cNvSpPr txBox="1"/>
          <p:nvPr/>
        </p:nvSpPr>
        <p:spPr>
          <a:xfrm>
            <a:off x="548640" y="4709159"/>
            <a:ext cx="10515601" cy="85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约主后57年，保罗在第三次宣教旅程中，于哥林多写下这封信，寄给他从未探访过、却渴望坚固的罗马教会，阐明福音如何带领世人从罪的败坏，进入神的恩典。</a:t>
            </a:r>
          </a:p>
        </p:txBody>
      </p:sp>
      <p:sp>
        <p:nvSpPr>
          <p:cNvPr id="144" name="Rectangle 8"/>
          <p:cNvSpPr/>
          <p:nvPr/>
        </p:nvSpPr>
        <p:spPr>
          <a:xfrm>
            <a:off x="548639" y="6035040"/>
            <a:ext cx="11064242" cy="25401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TextBox 9"/>
          <p:cNvSpPr txBox="1"/>
          <p:nvPr/>
        </p:nvSpPr>
        <p:spPr>
          <a:xfrm>
            <a:off x="548639" y="6172199"/>
            <a:ext cx="1106424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使徒行传 9:1-31；17:16-23；22:3；23:6</a:t>
            </a:r>
          </a:p>
        </p:txBody>
      </p:sp>
      <p:grpSp>
        <p:nvGrpSpPr>
          <p:cNvPr id="148" name="Rounded Rectangle 10"/>
          <p:cNvGrpSpPr/>
          <p:nvPr/>
        </p:nvGrpSpPr>
        <p:grpSpPr>
          <a:xfrm>
            <a:off x="11121694" y="6418000"/>
            <a:ext cx="950001" cy="320001"/>
            <a:chOff x="0" y="0"/>
            <a:chExt cx="949999" cy="319999"/>
          </a:xfrm>
        </p:grpSpPr>
        <p:sp>
          <p:nvSpPr>
            <p:cNvPr id="146" name="Rounded Rectangle"/>
            <p:cNvSpPr/>
            <p:nvPr/>
          </p:nvSpPr>
          <p:spPr>
            <a:xfrm>
              <a:off x="0" y="0"/>
              <a:ext cx="950000" cy="320000"/>
            </a:xfrm>
            <a:prstGeom prst="roundRect">
              <a:avLst>
                <a:gd name="adj" fmla="val 50000"/>
              </a:avLst>
            </a:prstGeom>
            <a:solidFill>
              <a:srgbClr val="0A101A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7" name="5 / 24"/>
            <p:cNvSpPr txBox="1"/>
            <p:nvPr/>
          </p:nvSpPr>
          <p:spPr>
            <a:xfrm>
              <a:off x="46861" y="45699"/>
              <a:ext cx="856277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>
                  <a:solidFill>
                    <a:srgbClr val="F3D98C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9 / 28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Rectangle 2"/>
          <p:cNvSpPr/>
          <p:nvPr/>
        </p:nvSpPr>
        <p:spPr>
          <a:xfrm>
            <a:off x="-1" y="5852159"/>
            <a:ext cx="12191697" cy="1005840"/>
          </a:xfrm>
          <a:prstGeom prst="rect">
            <a:avLst/>
          </a:prstGeom>
          <a:solidFill>
            <a:srgbClr val="0A101A">
              <a:alpha val="7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" name="TextBox 3"/>
          <p:cNvSpPr txBox="1"/>
          <p:nvPr/>
        </p:nvSpPr>
        <p:spPr>
          <a:xfrm>
            <a:off x="548639" y="6017768"/>
            <a:ext cx="11094417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spcBef>
                <a:spcPts val="400"/>
              </a:spcBef>
              <a:defRPr sz="40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罗马帝国与保罗的世界</a:t>
            </a:r>
          </a:p>
        </p:txBody>
      </p:sp>
      <p:grpSp>
        <p:nvGrpSpPr>
          <p:cNvPr id="155" name="Rounded Rectangle 4"/>
          <p:cNvGrpSpPr/>
          <p:nvPr/>
        </p:nvGrpSpPr>
        <p:grpSpPr>
          <a:xfrm>
            <a:off x="11121694" y="6418000"/>
            <a:ext cx="950001" cy="320001"/>
            <a:chOff x="0" y="0"/>
            <a:chExt cx="949999" cy="319999"/>
          </a:xfrm>
        </p:grpSpPr>
        <p:sp>
          <p:nvSpPr>
            <p:cNvPr id="153" name="Rounded Rectangle"/>
            <p:cNvSpPr/>
            <p:nvPr/>
          </p:nvSpPr>
          <p:spPr>
            <a:xfrm>
              <a:off x="0" y="0"/>
              <a:ext cx="950000" cy="320000"/>
            </a:xfrm>
            <a:prstGeom prst="roundRect">
              <a:avLst>
                <a:gd name="adj" fmla="val 50000"/>
              </a:avLst>
            </a:prstGeom>
            <a:solidFill>
              <a:srgbClr val="0A101A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4" name="6 / 24"/>
            <p:cNvSpPr txBox="1"/>
            <p:nvPr/>
          </p:nvSpPr>
          <p:spPr>
            <a:xfrm>
              <a:off x="46861" y="45699"/>
              <a:ext cx="856277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>
                  <a:solidFill>
                    <a:srgbClr val="F3D98C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10 / 28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0" name="Diamond 2"/>
          <p:cNvGrpSpPr/>
          <p:nvPr/>
        </p:nvGrpSpPr>
        <p:grpSpPr>
          <a:xfrm>
            <a:off x="548640" y="365759"/>
            <a:ext cx="788670" cy="788671"/>
            <a:chOff x="0" y="0"/>
            <a:chExt cx="788669" cy="788669"/>
          </a:xfrm>
        </p:grpSpPr>
        <p:sp>
          <p:nvSpPr>
            <p:cNvPr id="158" name="Polygon"/>
            <p:cNvSpPr/>
            <p:nvPr/>
          </p:nvSpPr>
          <p:spPr>
            <a:xfrm>
              <a:off x="0" y="0"/>
              <a:ext cx="788670" cy="788670"/>
            </a:xfrm>
            <a:prstGeom prst="diamond">
              <a:avLst/>
            </a:prstGeom>
            <a:solidFill>
              <a:srgbClr val="D4AF37"/>
            </a:solidFill>
            <a:ln w="9525" cap="flat">
              <a:solidFill>
                <a:srgbClr val="D4AF3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9" name="A"/>
            <p:cNvSpPr txBox="1"/>
            <p:nvPr/>
          </p:nvSpPr>
          <p:spPr>
            <a:xfrm>
              <a:off x="264415" y="140335"/>
              <a:ext cx="259841" cy="508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2800">
                  <a:solidFill>
                    <a:srgbClr val="0A101A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A</a:t>
              </a:r>
            </a:p>
          </p:txBody>
        </p:sp>
      </p:grpSp>
      <p:sp>
        <p:nvSpPr>
          <p:cNvPr id="161" name="TextBox 3"/>
          <p:cNvSpPr txBox="1"/>
          <p:nvPr/>
        </p:nvSpPr>
        <p:spPr>
          <a:xfrm>
            <a:off x="1538477" y="365759"/>
            <a:ext cx="10074404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46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罪的枷锁与真义的渴求</a:t>
            </a:r>
          </a:p>
        </p:txBody>
      </p:sp>
      <p:sp>
        <p:nvSpPr>
          <p:cNvPr id="162" name="TextBox 4"/>
          <p:cNvSpPr txBox="1"/>
          <p:nvPr/>
        </p:nvSpPr>
        <p:spPr>
          <a:xfrm>
            <a:off x="548639" y="1417319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26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罗马书 1:1-3:20</a:t>
            </a:r>
          </a:p>
        </p:txBody>
      </p:sp>
      <p:sp>
        <p:nvSpPr>
          <p:cNvPr id="163" name="TextBox 5"/>
          <p:cNvSpPr txBox="1"/>
          <p:nvPr/>
        </p:nvSpPr>
        <p:spPr>
          <a:xfrm>
            <a:off x="548639" y="2557780"/>
            <a:ext cx="11064242" cy="2473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spcBef>
                <a:spcPts val="2200"/>
              </a:spcBef>
              <a:defRPr sz="34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20 所以凡有血气的，没有一个因行律法能在神面前称义，因为律法本是叫人知罪。</a:t>
            </a:r>
          </a:p>
          <a:p>
            <a:pPr>
              <a:lnSpc>
                <a:spcPct val="130000"/>
              </a:lnSpc>
              <a:spcBef>
                <a:spcPts val="2200"/>
              </a:spcBef>
              <a:defRPr sz="34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23 因为世人都犯了罪，亏缺了神的荣耀。</a:t>
            </a:r>
          </a:p>
        </p:txBody>
      </p:sp>
      <p:sp>
        <p:nvSpPr>
          <p:cNvPr id="164" name="Rectangle 6"/>
          <p:cNvSpPr/>
          <p:nvPr/>
        </p:nvSpPr>
        <p:spPr>
          <a:xfrm>
            <a:off x="548639" y="5715000"/>
            <a:ext cx="11064242" cy="25400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" name="TextBox 7"/>
          <p:cNvSpPr txBox="1"/>
          <p:nvPr/>
        </p:nvSpPr>
        <p:spPr>
          <a:xfrm>
            <a:off x="548639" y="5897879"/>
            <a:ext cx="1106424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sz="22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罗马书 3:20，23</a:t>
            </a:r>
          </a:p>
        </p:txBody>
      </p:sp>
      <p:grpSp>
        <p:nvGrpSpPr>
          <p:cNvPr id="168" name="Rounded Rectangle 8"/>
          <p:cNvGrpSpPr/>
          <p:nvPr/>
        </p:nvGrpSpPr>
        <p:grpSpPr>
          <a:xfrm>
            <a:off x="11121694" y="6418000"/>
            <a:ext cx="950001" cy="320001"/>
            <a:chOff x="0" y="0"/>
            <a:chExt cx="949999" cy="319999"/>
          </a:xfrm>
        </p:grpSpPr>
        <p:sp>
          <p:nvSpPr>
            <p:cNvPr id="166" name="Rounded Rectangle"/>
            <p:cNvSpPr/>
            <p:nvPr/>
          </p:nvSpPr>
          <p:spPr>
            <a:xfrm>
              <a:off x="0" y="0"/>
              <a:ext cx="950000" cy="320000"/>
            </a:xfrm>
            <a:prstGeom prst="roundRect">
              <a:avLst>
                <a:gd name="adj" fmla="val 50000"/>
              </a:avLst>
            </a:prstGeom>
            <a:solidFill>
              <a:srgbClr val="0A101A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7" name="7 / 24"/>
            <p:cNvSpPr txBox="1"/>
            <p:nvPr/>
          </p:nvSpPr>
          <p:spPr>
            <a:xfrm>
              <a:off x="46861" y="45699"/>
              <a:ext cx="856277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>
                  <a:solidFill>
                    <a:srgbClr val="F3D98C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11 / 28</a:t>
              </a:r>
            </a:p>
          </p:txBody>
        </p:sp>
      </p:grpSp>
      <p:pic>
        <p:nvPicPr>
          <p:cNvPr id="169" name="Infographic icon A" descr="image.png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rcRect b="17000"/>
          <a:stretch>
            <a:fillRect/>
          </a:stretch>
        </p:blipFill>
        <p:spPr>
          <a:xfrm>
            <a:off x="8686800" y="274320"/>
            <a:ext cx="2926080" cy="1366113"/>
          </a:xfrm>
          <a:prstGeom prst="rect">
            <a:avLst/>
          </a:prstGeom>
          <a:ln w="28575">
            <a:solidFill>
              <a:srgbClr val="D4AF37"/>
            </a:solidFill>
          </a:ln>
        </p:spPr>
      </p:pic>
      <p:sp>
        <p:nvSpPr>
          <p:cNvPr id="170" name="Outline link">
            <a:hlinkClick r:id="rId5"/>
          </p:cNvPr>
          <p:cNvSpPr/>
          <p:nvPr/>
        </p:nvSpPr>
        <p:spPr>
          <a:xfrm>
            <a:off x="10080253" y="6418000"/>
            <a:ext cx="950001" cy="320001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 w="12700">
            <a:solidFill>
              <a:srgbClr val="F3D98C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3D98C"/>
                </a:solidFill>
                <a:latin typeface="PingFang SC Semibold"/>
              </a:rPr>
              <a:t>大纲 ↗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3" name="Diamond 2"/>
          <p:cNvGrpSpPr/>
          <p:nvPr/>
        </p:nvGrpSpPr>
        <p:grpSpPr>
          <a:xfrm>
            <a:off x="548640" y="365759"/>
            <a:ext cx="788670" cy="788671"/>
            <a:chOff x="0" y="0"/>
            <a:chExt cx="788669" cy="788669"/>
          </a:xfrm>
        </p:grpSpPr>
        <p:sp>
          <p:nvSpPr>
            <p:cNvPr id="171" name="Polygon"/>
            <p:cNvSpPr/>
            <p:nvPr/>
          </p:nvSpPr>
          <p:spPr>
            <a:xfrm>
              <a:off x="0" y="0"/>
              <a:ext cx="788670" cy="788670"/>
            </a:xfrm>
            <a:prstGeom prst="diamond">
              <a:avLst/>
            </a:prstGeom>
            <a:solidFill>
              <a:srgbClr val="D4AF37"/>
            </a:solidFill>
            <a:ln w="9525" cap="flat">
              <a:solidFill>
                <a:srgbClr val="D4AF3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2" name="B"/>
            <p:cNvSpPr txBox="1"/>
            <p:nvPr/>
          </p:nvSpPr>
          <p:spPr>
            <a:xfrm>
              <a:off x="263170" y="140335"/>
              <a:ext cx="262331" cy="508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2800">
                  <a:solidFill>
                    <a:srgbClr val="0A101A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B</a:t>
              </a:r>
            </a:p>
          </p:txBody>
        </p:sp>
      </p:grpSp>
      <p:sp>
        <p:nvSpPr>
          <p:cNvPr id="174" name="TextBox 3"/>
          <p:cNvSpPr txBox="1"/>
          <p:nvPr/>
        </p:nvSpPr>
        <p:spPr>
          <a:xfrm>
            <a:off x="1538477" y="365759"/>
            <a:ext cx="10074404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46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因信基督蒙恩得义</a:t>
            </a:r>
          </a:p>
        </p:txBody>
      </p:sp>
      <p:sp>
        <p:nvSpPr>
          <p:cNvPr id="175" name="TextBox 4"/>
          <p:cNvSpPr txBox="1"/>
          <p:nvPr/>
        </p:nvSpPr>
        <p:spPr>
          <a:xfrm>
            <a:off x="548639" y="1417319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26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罗马书 3:21-8:39</a:t>
            </a:r>
          </a:p>
        </p:txBody>
      </p:sp>
      <p:sp>
        <p:nvSpPr>
          <p:cNvPr id="176" name="TextBox 5"/>
          <p:cNvSpPr txBox="1"/>
          <p:nvPr/>
        </p:nvSpPr>
        <p:spPr>
          <a:xfrm>
            <a:off x="548639" y="2103120"/>
            <a:ext cx="11064242" cy="1085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defRPr sz="27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「我不以福音为耻；这福音本是神的大能，要救一切相信的...</a:t>
            </a:r>
          </a:p>
          <a:p>
            <a:pPr>
              <a:lnSpc>
                <a:spcPct val="125000"/>
              </a:lnSpc>
              <a:defRPr sz="27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因为神的义，正在这福音上显明出来。」（罗马书 1:16-17）</a:t>
            </a:r>
          </a:p>
        </p:txBody>
      </p:sp>
      <p:grpSp>
        <p:nvGrpSpPr>
          <p:cNvPr id="179" name="Isosceles Triangle 6"/>
          <p:cNvGrpSpPr/>
          <p:nvPr/>
        </p:nvGrpSpPr>
        <p:grpSpPr>
          <a:xfrm>
            <a:off x="617219" y="3817620"/>
            <a:ext cx="868682" cy="868681"/>
            <a:chOff x="67192" y="0"/>
            <a:chExt cx="868680" cy="868680"/>
          </a:xfrm>
        </p:grpSpPr>
        <p:sp>
          <p:nvSpPr>
            <p:cNvPr id="177" name="Triangle"/>
            <p:cNvSpPr/>
            <p:nvPr/>
          </p:nvSpPr>
          <p:spPr>
            <a:xfrm>
              <a:off x="67192" y="0"/>
              <a:ext cx="868681" cy="868681"/>
            </a:xfrm>
            <a:prstGeom prst="triangle">
              <a:avLst/>
            </a:prstGeom>
            <a:solidFill>
              <a:srgbClr val="D4AF37"/>
            </a:solidFill>
            <a:ln w="9525" cap="flat">
              <a:solidFill>
                <a:srgbClr val="D4AF3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b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8" name="1"/>
            <p:cNvSpPr txBox="1"/>
            <p:nvPr/>
          </p:nvSpPr>
          <p:spPr>
            <a:xfrm>
              <a:off x="407563" y="188176"/>
              <a:ext cx="187939" cy="571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b">
              <a:spAutoFit/>
            </a:bodyPr>
            <a:lstStyle>
              <a:lvl1pPr algn="ctr">
                <a:defRPr sz="3200">
                  <a:solidFill>
                    <a:srgbClr val="0A101A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180" name="TextBox 7"/>
          <p:cNvSpPr txBox="1"/>
          <p:nvPr/>
        </p:nvSpPr>
        <p:spPr>
          <a:xfrm>
            <a:off x="548640" y="4754879"/>
            <a:ext cx="34290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95000"/>
              </a:lnSpc>
              <a:defRPr sz="30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灵</a:t>
            </a:r>
            <a:r>
              <a:rPr sz="2600">
                <a:solidFill>
                  <a:srgbClr val="F3D98C"/>
                </a:solidFill>
              </a:rPr>
              <a:t>　称义</a:t>
            </a:r>
          </a:p>
        </p:txBody>
      </p:sp>
      <p:sp>
        <p:nvSpPr>
          <p:cNvPr id="181" name="TextBox 8"/>
          <p:cNvSpPr txBox="1"/>
          <p:nvPr/>
        </p:nvSpPr>
        <p:spPr>
          <a:xfrm>
            <a:off x="548640" y="5303520"/>
            <a:ext cx="342900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20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信主的那一刻，立刻与神和好</a:t>
            </a:r>
          </a:p>
        </p:txBody>
      </p:sp>
      <p:grpSp>
        <p:nvGrpSpPr>
          <p:cNvPr id="184" name="Isosceles Triangle 9"/>
          <p:cNvGrpSpPr/>
          <p:nvPr/>
        </p:nvGrpSpPr>
        <p:grpSpPr>
          <a:xfrm>
            <a:off x="4229099" y="3817620"/>
            <a:ext cx="868682" cy="868681"/>
            <a:chOff x="67192" y="0"/>
            <a:chExt cx="868680" cy="868680"/>
          </a:xfrm>
        </p:grpSpPr>
        <p:sp>
          <p:nvSpPr>
            <p:cNvPr id="182" name="Triangle"/>
            <p:cNvSpPr/>
            <p:nvPr/>
          </p:nvSpPr>
          <p:spPr>
            <a:xfrm>
              <a:off x="67192" y="0"/>
              <a:ext cx="868681" cy="868681"/>
            </a:xfrm>
            <a:prstGeom prst="triangle">
              <a:avLst/>
            </a:prstGeom>
            <a:solidFill>
              <a:srgbClr val="D4AF37"/>
            </a:solidFill>
            <a:ln w="9525" cap="flat">
              <a:solidFill>
                <a:srgbClr val="D4AF3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b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3" name="2"/>
            <p:cNvSpPr txBox="1"/>
            <p:nvPr/>
          </p:nvSpPr>
          <p:spPr>
            <a:xfrm>
              <a:off x="370703" y="188176"/>
              <a:ext cx="261660" cy="571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b">
              <a:spAutoFit/>
            </a:bodyPr>
            <a:lstStyle>
              <a:lvl1pPr algn="ctr">
                <a:defRPr sz="3200">
                  <a:solidFill>
                    <a:srgbClr val="0A101A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85" name="TextBox 10"/>
          <p:cNvSpPr txBox="1"/>
          <p:nvPr/>
        </p:nvSpPr>
        <p:spPr>
          <a:xfrm>
            <a:off x="4160520" y="4754879"/>
            <a:ext cx="34290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95000"/>
              </a:lnSpc>
              <a:defRPr sz="30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魂</a:t>
            </a:r>
            <a:r>
              <a:rPr sz="2600">
                <a:solidFill>
                  <a:srgbClr val="F3D98C"/>
                </a:solidFill>
              </a:rPr>
              <a:t>　成圣</a:t>
            </a:r>
          </a:p>
        </p:txBody>
      </p:sp>
      <p:sp>
        <p:nvSpPr>
          <p:cNvPr id="186" name="TextBox 11"/>
          <p:cNvSpPr txBox="1"/>
          <p:nvPr/>
        </p:nvSpPr>
        <p:spPr>
          <a:xfrm>
            <a:off x="4160520" y="5303520"/>
            <a:ext cx="342900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20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一天一天，被圣灵更新变化</a:t>
            </a:r>
          </a:p>
        </p:txBody>
      </p:sp>
      <p:grpSp>
        <p:nvGrpSpPr>
          <p:cNvPr id="189" name="Isosceles Triangle 12"/>
          <p:cNvGrpSpPr/>
          <p:nvPr/>
        </p:nvGrpSpPr>
        <p:grpSpPr>
          <a:xfrm>
            <a:off x="7840980" y="3817620"/>
            <a:ext cx="868681" cy="868681"/>
            <a:chOff x="67192" y="0"/>
            <a:chExt cx="868679" cy="868680"/>
          </a:xfrm>
        </p:grpSpPr>
        <p:sp>
          <p:nvSpPr>
            <p:cNvPr id="187" name="Triangle"/>
            <p:cNvSpPr/>
            <p:nvPr/>
          </p:nvSpPr>
          <p:spPr>
            <a:xfrm>
              <a:off x="67192" y="0"/>
              <a:ext cx="868681" cy="868681"/>
            </a:xfrm>
            <a:prstGeom prst="triangle">
              <a:avLst/>
            </a:prstGeom>
            <a:solidFill>
              <a:srgbClr val="D4AF37"/>
            </a:solidFill>
            <a:ln w="9525" cap="flat">
              <a:solidFill>
                <a:srgbClr val="D4AF3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b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8" name="3"/>
            <p:cNvSpPr txBox="1"/>
            <p:nvPr/>
          </p:nvSpPr>
          <p:spPr>
            <a:xfrm>
              <a:off x="369646" y="188176"/>
              <a:ext cx="263773" cy="571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b">
              <a:spAutoFit/>
            </a:bodyPr>
            <a:lstStyle>
              <a:lvl1pPr algn="ctr">
                <a:defRPr sz="3200">
                  <a:solidFill>
                    <a:srgbClr val="0A101A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190" name="TextBox 13"/>
          <p:cNvSpPr txBox="1"/>
          <p:nvPr/>
        </p:nvSpPr>
        <p:spPr>
          <a:xfrm>
            <a:off x="7772400" y="4754879"/>
            <a:ext cx="34290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95000"/>
              </a:lnSpc>
              <a:defRPr sz="30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体</a:t>
            </a:r>
            <a:r>
              <a:rPr sz="2600">
                <a:solidFill>
                  <a:srgbClr val="F3D98C"/>
                </a:solidFill>
              </a:rPr>
              <a:t>　得荣</a:t>
            </a:r>
          </a:p>
        </p:txBody>
      </p:sp>
      <p:sp>
        <p:nvSpPr>
          <p:cNvPr id="191" name="TextBox 14"/>
          <p:cNvSpPr txBox="1"/>
          <p:nvPr/>
        </p:nvSpPr>
        <p:spPr>
          <a:xfrm>
            <a:off x="7772400" y="5303520"/>
            <a:ext cx="342900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20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将来复活的日子，完全得荣耀</a:t>
            </a:r>
          </a:p>
        </p:txBody>
      </p:sp>
      <p:grpSp>
        <p:nvGrpSpPr>
          <p:cNvPr id="194" name="Rounded Rectangle 15"/>
          <p:cNvGrpSpPr/>
          <p:nvPr/>
        </p:nvGrpSpPr>
        <p:grpSpPr>
          <a:xfrm>
            <a:off x="11121694" y="6418000"/>
            <a:ext cx="950001" cy="320001"/>
            <a:chOff x="0" y="0"/>
            <a:chExt cx="949999" cy="319999"/>
          </a:xfrm>
        </p:grpSpPr>
        <p:sp>
          <p:nvSpPr>
            <p:cNvPr id="192" name="Rounded Rectangle"/>
            <p:cNvSpPr/>
            <p:nvPr/>
          </p:nvSpPr>
          <p:spPr>
            <a:xfrm>
              <a:off x="0" y="0"/>
              <a:ext cx="950000" cy="320000"/>
            </a:xfrm>
            <a:prstGeom prst="roundRect">
              <a:avLst>
                <a:gd name="adj" fmla="val 50000"/>
              </a:avLst>
            </a:prstGeom>
            <a:solidFill>
              <a:srgbClr val="0A101A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3" name="8 / 24"/>
            <p:cNvSpPr txBox="1"/>
            <p:nvPr/>
          </p:nvSpPr>
          <p:spPr>
            <a:xfrm>
              <a:off x="46861" y="45699"/>
              <a:ext cx="856277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>
                  <a:solidFill>
                    <a:srgbClr val="F3D98C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12 / 28</a:t>
              </a:r>
            </a:p>
          </p:txBody>
        </p:sp>
      </p:grpSp>
      <p:pic>
        <p:nvPicPr>
          <p:cNvPr id="195" name="Infographic icon B" descr="image.png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rcRect b="17000"/>
          <a:stretch>
            <a:fillRect/>
          </a:stretch>
        </p:blipFill>
        <p:spPr>
          <a:xfrm>
            <a:off x="8686800" y="274320"/>
            <a:ext cx="2926080" cy="1366113"/>
          </a:xfrm>
          <a:prstGeom prst="rect">
            <a:avLst/>
          </a:prstGeom>
          <a:ln w="28575">
            <a:solidFill>
              <a:srgbClr val="D4AF37"/>
            </a:solidFill>
          </a:ln>
        </p:spPr>
      </p:pic>
      <p:sp>
        <p:nvSpPr>
          <p:cNvPr id="196" name="Outline link">
            <a:hlinkClick r:id="rId5"/>
          </p:cNvPr>
          <p:cNvSpPr/>
          <p:nvPr/>
        </p:nvSpPr>
        <p:spPr>
          <a:xfrm>
            <a:off x="10080253" y="6418000"/>
            <a:ext cx="950001" cy="320001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 w="12700">
            <a:solidFill>
              <a:srgbClr val="F3D98C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3D98C"/>
                </a:solidFill>
                <a:latin typeface="PingFang SC Semibold"/>
              </a:rPr>
              <a:t>大纲 ↗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9" name="Diamond 2"/>
          <p:cNvGrpSpPr/>
          <p:nvPr/>
        </p:nvGrpSpPr>
        <p:grpSpPr>
          <a:xfrm>
            <a:off x="548640" y="365759"/>
            <a:ext cx="788670" cy="788671"/>
            <a:chOff x="0" y="0"/>
            <a:chExt cx="788669" cy="788669"/>
          </a:xfrm>
        </p:grpSpPr>
        <p:sp>
          <p:nvSpPr>
            <p:cNvPr id="197" name="Polygon"/>
            <p:cNvSpPr/>
            <p:nvPr/>
          </p:nvSpPr>
          <p:spPr>
            <a:xfrm>
              <a:off x="0" y="0"/>
              <a:ext cx="788670" cy="788670"/>
            </a:xfrm>
            <a:prstGeom prst="diamond">
              <a:avLst/>
            </a:prstGeom>
            <a:solidFill>
              <a:srgbClr val="D4AF37"/>
            </a:solidFill>
            <a:ln w="9525" cap="flat">
              <a:solidFill>
                <a:srgbClr val="D4AF3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8" name="C"/>
            <p:cNvSpPr txBox="1"/>
            <p:nvPr/>
          </p:nvSpPr>
          <p:spPr>
            <a:xfrm>
              <a:off x="255667" y="140335"/>
              <a:ext cx="277337" cy="508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2800">
                  <a:solidFill>
                    <a:srgbClr val="0A101A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C</a:t>
              </a:r>
            </a:p>
          </p:txBody>
        </p:sp>
      </p:grpSp>
      <p:sp>
        <p:nvSpPr>
          <p:cNvPr id="200" name="TextBox 3"/>
          <p:cNvSpPr txBox="1"/>
          <p:nvPr/>
        </p:nvSpPr>
        <p:spPr>
          <a:xfrm>
            <a:off x="1538477" y="365759"/>
            <a:ext cx="10074404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46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神主权计划中显明的公义</a:t>
            </a:r>
          </a:p>
        </p:txBody>
      </p:sp>
      <p:sp>
        <p:nvSpPr>
          <p:cNvPr id="201" name="TextBox 4"/>
          <p:cNvSpPr txBox="1"/>
          <p:nvPr/>
        </p:nvSpPr>
        <p:spPr>
          <a:xfrm>
            <a:off x="548639" y="1417319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26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罗马书 9-11 章</a:t>
            </a:r>
          </a:p>
        </p:txBody>
      </p:sp>
      <p:sp>
        <p:nvSpPr>
          <p:cNvPr id="202" name="TextBox 5"/>
          <p:cNvSpPr txBox="1"/>
          <p:nvPr/>
        </p:nvSpPr>
        <p:spPr>
          <a:xfrm>
            <a:off x="548639" y="2209165"/>
            <a:ext cx="11064242" cy="3079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spcBef>
                <a:spcPts val="2200"/>
              </a:spcBef>
              <a:defRPr sz="32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33 深哉，神丰富的智慧和知识！他的判断何其难测！他的踪迹何其难寻！</a:t>
            </a:r>
          </a:p>
          <a:p>
            <a:pPr>
              <a:lnSpc>
                <a:spcPct val="130000"/>
              </a:lnSpc>
              <a:spcBef>
                <a:spcPts val="2200"/>
              </a:spcBef>
              <a:defRPr sz="32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36 因为万有都是本于他，倚靠他，归于他。愿荣耀归给他，直到永远。阿们！</a:t>
            </a:r>
          </a:p>
        </p:txBody>
      </p:sp>
      <p:sp>
        <p:nvSpPr>
          <p:cNvPr id="203" name="Rectangle 6"/>
          <p:cNvSpPr/>
          <p:nvPr/>
        </p:nvSpPr>
        <p:spPr>
          <a:xfrm>
            <a:off x="548639" y="5715000"/>
            <a:ext cx="11064242" cy="25400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" name="TextBox 7"/>
          <p:cNvSpPr txBox="1"/>
          <p:nvPr/>
        </p:nvSpPr>
        <p:spPr>
          <a:xfrm>
            <a:off x="548639" y="5897879"/>
            <a:ext cx="1106424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sz="22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罗马书 11:33，36</a:t>
            </a:r>
          </a:p>
        </p:txBody>
      </p:sp>
      <p:grpSp>
        <p:nvGrpSpPr>
          <p:cNvPr id="207" name="Rounded Rectangle 8"/>
          <p:cNvGrpSpPr/>
          <p:nvPr/>
        </p:nvGrpSpPr>
        <p:grpSpPr>
          <a:xfrm>
            <a:off x="11121694" y="6418000"/>
            <a:ext cx="950001" cy="320001"/>
            <a:chOff x="0" y="0"/>
            <a:chExt cx="949999" cy="319999"/>
          </a:xfrm>
        </p:grpSpPr>
        <p:sp>
          <p:nvSpPr>
            <p:cNvPr id="205" name="Rounded Rectangle"/>
            <p:cNvSpPr/>
            <p:nvPr/>
          </p:nvSpPr>
          <p:spPr>
            <a:xfrm>
              <a:off x="0" y="0"/>
              <a:ext cx="950000" cy="320000"/>
            </a:xfrm>
            <a:prstGeom prst="roundRect">
              <a:avLst>
                <a:gd name="adj" fmla="val 50000"/>
              </a:avLst>
            </a:prstGeom>
            <a:solidFill>
              <a:srgbClr val="0A101A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6" name="9 / 24"/>
            <p:cNvSpPr txBox="1"/>
            <p:nvPr/>
          </p:nvSpPr>
          <p:spPr>
            <a:xfrm>
              <a:off x="46861" y="45699"/>
              <a:ext cx="856277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>
                  <a:solidFill>
                    <a:srgbClr val="F3D98C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13 / 28</a:t>
              </a:r>
            </a:p>
          </p:txBody>
        </p:sp>
      </p:grpSp>
      <p:pic>
        <p:nvPicPr>
          <p:cNvPr id="208" name="Infographic icon C" descr="image.png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rcRect b="17000"/>
          <a:stretch>
            <a:fillRect/>
          </a:stretch>
        </p:blipFill>
        <p:spPr>
          <a:xfrm>
            <a:off x="8686800" y="274320"/>
            <a:ext cx="2926080" cy="1366113"/>
          </a:xfrm>
          <a:prstGeom prst="rect">
            <a:avLst/>
          </a:prstGeom>
          <a:ln w="28575">
            <a:solidFill>
              <a:srgbClr val="D4AF37"/>
            </a:solidFill>
          </a:ln>
        </p:spPr>
      </p:pic>
      <p:sp>
        <p:nvSpPr>
          <p:cNvPr id="209" name="Outline link">
            <a:hlinkClick r:id="rId5"/>
          </p:cNvPr>
          <p:cNvSpPr/>
          <p:nvPr/>
        </p:nvSpPr>
        <p:spPr>
          <a:xfrm>
            <a:off x="10080253" y="6418000"/>
            <a:ext cx="950001" cy="320001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 w="12700">
            <a:solidFill>
              <a:srgbClr val="F3D98C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3D98C"/>
                </a:solidFill>
                <a:latin typeface="PingFang SC Semibold"/>
              </a:rPr>
              <a:t>大纲 ↗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12" name="Diamond 2"/>
          <p:cNvGrpSpPr/>
          <p:nvPr/>
        </p:nvGrpSpPr>
        <p:grpSpPr>
          <a:xfrm>
            <a:off x="548640" y="365759"/>
            <a:ext cx="720091" cy="720091"/>
            <a:chOff x="0" y="0"/>
            <a:chExt cx="720090" cy="720090"/>
          </a:xfrm>
        </p:grpSpPr>
        <p:sp>
          <p:nvSpPr>
            <p:cNvPr id="210" name="Polygon"/>
            <p:cNvSpPr/>
            <p:nvPr/>
          </p:nvSpPr>
          <p:spPr>
            <a:xfrm>
              <a:off x="0" y="0"/>
              <a:ext cx="720091" cy="720091"/>
            </a:xfrm>
            <a:prstGeom prst="diamond">
              <a:avLst/>
            </a:prstGeom>
            <a:solidFill>
              <a:srgbClr val="D4AF37"/>
            </a:solidFill>
            <a:ln w="9525" cap="flat">
              <a:solidFill>
                <a:srgbClr val="D4AF3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1" name="D"/>
            <p:cNvSpPr txBox="1"/>
            <p:nvPr/>
          </p:nvSpPr>
          <p:spPr>
            <a:xfrm>
              <a:off x="233173" y="125095"/>
              <a:ext cx="253745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2600">
                  <a:solidFill>
                    <a:srgbClr val="0A101A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D</a:t>
              </a:r>
            </a:p>
          </p:txBody>
        </p:sp>
      </p:grpSp>
      <p:sp>
        <p:nvSpPr>
          <p:cNvPr id="213" name="TextBox 3"/>
          <p:cNvSpPr txBox="1"/>
          <p:nvPr/>
        </p:nvSpPr>
        <p:spPr>
          <a:xfrm>
            <a:off x="1469898" y="365759"/>
            <a:ext cx="10142982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42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活出神的义－同心同行的教会</a:t>
            </a:r>
          </a:p>
        </p:txBody>
      </p:sp>
      <p:sp>
        <p:nvSpPr>
          <p:cNvPr id="214" name="TextBox 4"/>
          <p:cNvSpPr txBox="1"/>
          <p:nvPr/>
        </p:nvSpPr>
        <p:spPr>
          <a:xfrm>
            <a:off x="548639" y="1417319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26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罗马书 12-16 章</a:t>
            </a:r>
          </a:p>
        </p:txBody>
      </p:sp>
      <p:sp>
        <p:nvSpPr>
          <p:cNvPr id="215" name="TextBox 5"/>
          <p:cNvSpPr txBox="1"/>
          <p:nvPr/>
        </p:nvSpPr>
        <p:spPr>
          <a:xfrm>
            <a:off x="548639" y="1926590"/>
            <a:ext cx="11064242" cy="3736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spcBef>
                <a:spcPts val="2000"/>
              </a:spcBef>
              <a:defRPr sz="29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1 所以，弟兄们，我以神的慈悲劝你们，将身体献上，当作活祭，是圣洁的，是神所喜悦的；</a:t>
            </a:r>
          </a:p>
          <a:p>
            <a:pPr>
              <a:lnSpc>
                <a:spcPct val="130000"/>
              </a:lnSpc>
              <a:spcBef>
                <a:spcPts val="2000"/>
              </a:spcBef>
              <a:defRPr sz="29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　你们如此事奉乃是理所当然的。</a:t>
            </a:r>
          </a:p>
          <a:p>
            <a:pPr>
              <a:lnSpc>
                <a:spcPct val="130000"/>
              </a:lnSpc>
              <a:spcBef>
                <a:spcPts val="2000"/>
              </a:spcBef>
              <a:defRPr sz="29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2 不要效法这个世界，只要心意更新而变化，叫你们察验何为神的善良、纯全、可喜悦的旨意。</a:t>
            </a:r>
          </a:p>
        </p:txBody>
      </p:sp>
      <p:sp>
        <p:nvSpPr>
          <p:cNvPr id="216" name="Rectangle 6"/>
          <p:cNvSpPr/>
          <p:nvPr/>
        </p:nvSpPr>
        <p:spPr>
          <a:xfrm>
            <a:off x="548639" y="5715000"/>
            <a:ext cx="11064242" cy="25400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TextBox 7"/>
          <p:cNvSpPr txBox="1"/>
          <p:nvPr/>
        </p:nvSpPr>
        <p:spPr>
          <a:xfrm>
            <a:off x="548639" y="5897879"/>
            <a:ext cx="1106424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sz="22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罗马书 12:1-2</a:t>
            </a:r>
          </a:p>
        </p:txBody>
      </p:sp>
      <p:grpSp>
        <p:nvGrpSpPr>
          <p:cNvPr id="220" name="Rounded Rectangle 8"/>
          <p:cNvGrpSpPr/>
          <p:nvPr/>
        </p:nvGrpSpPr>
        <p:grpSpPr>
          <a:xfrm>
            <a:off x="11121694" y="6418000"/>
            <a:ext cx="950001" cy="320001"/>
            <a:chOff x="0" y="0"/>
            <a:chExt cx="949999" cy="319999"/>
          </a:xfrm>
        </p:grpSpPr>
        <p:sp>
          <p:nvSpPr>
            <p:cNvPr id="218" name="Rounded Rectangle"/>
            <p:cNvSpPr/>
            <p:nvPr/>
          </p:nvSpPr>
          <p:spPr>
            <a:xfrm>
              <a:off x="0" y="0"/>
              <a:ext cx="950000" cy="320000"/>
            </a:xfrm>
            <a:prstGeom prst="roundRect">
              <a:avLst>
                <a:gd name="adj" fmla="val 50000"/>
              </a:avLst>
            </a:prstGeom>
            <a:solidFill>
              <a:srgbClr val="0A101A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9" name="10 / 24"/>
            <p:cNvSpPr txBox="1"/>
            <p:nvPr/>
          </p:nvSpPr>
          <p:spPr>
            <a:xfrm>
              <a:off x="46861" y="45699"/>
              <a:ext cx="856277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>
                  <a:solidFill>
                    <a:srgbClr val="F3D98C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14 / 28</a:t>
              </a:r>
            </a:p>
          </p:txBody>
        </p:sp>
      </p:grpSp>
      <p:pic>
        <p:nvPicPr>
          <p:cNvPr id="221" name="Infographic icon D" descr="image.png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rcRect b="17000"/>
          <a:stretch>
            <a:fillRect/>
          </a:stretch>
        </p:blipFill>
        <p:spPr>
          <a:xfrm>
            <a:off x="8686800" y="274320"/>
            <a:ext cx="2926080" cy="1366113"/>
          </a:xfrm>
          <a:prstGeom prst="rect">
            <a:avLst/>
          </a:prstGeom>
          <a:ln w="28575">
            <a:solidFill>
              <a:srgbClr val="D4AF37"/>
            </a:solidFill>
          </a:ln>
        </p:spPr>
      </p:pic>
      <p:sp>
        <p:nvSpPr>
          <p:cNvPr id="222" name="Outline link">
            <a:hlinkClick r:id="rId5"/>
          </p:cNvPr>
          <p:cNvSpPr/>
          <p:nvPr/>
        </p:nvSpPr>
        <p:spPr>
          <a:xfrm>
            <a:off x="10080253" y="6418000"/>
            <a:ext cx="950001" cy="320001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 w="12700">
            <a:solidFill>
              <a:srgbClr val="F3D98C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3D98C"/>
                </a:solidFill>
                <a:latin typeface="PingFang SC Semibold"/>
              </a:rPr>
              <a:t>大纲 ↗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23" name="TextBox 2"/>
          <p:cNvSpPr txBox="1"/>
          <p:nvPr/>
        </p:nvSpPr>
        <p:spPr>
          <a:xfrm>
            <a:off x="548639" y="274319"/>
            <a:ext cx="1106424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50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回顾</a:t>
            </a:r>
          </a:p>
        </p:txBody>
      </p:sp>
      <p:grpSp>
        <p:nvGrpSpPr>
          <p:cNvPr id="226" name="Diamond 3"/>
          <p:cNvGrpSpPr/>
          <p:nvPr/>
        </p:nvGrpSpPr>
        <p:grpSpPr>
          <a:xfrm>
            <a:off x="525780" y="1348739"/>
            <a:ext cx="868681" cy="868681"/>
            <a:chOff x="0" y="0"/>
            <a:chExt cx="868680" cy="868680"/>
          </a:xfrm>
        </p:grpSpPr>
        <p:sp>
          <p:nvSpPr>
            <p:cNvPr id="224" name="Polygon"/>
            <p:cNvSpPr/>
            <p:nvPr/>
          </p:nvSpPr>
          <p:spPr>
            <a:xfrm>
              <a:off x="0" y="0"/>
              <a:ext cx="868681" cy="868681"/>
            </a:xfrm>
            <a:prstGeom prst="diamond">
              <a:avLst/>
            </a:prstGeom>
            <a:solidFill>
              <a:srgbClr val="D4AF37"/>
            </a:solidFill>
            <a:ln w="9525" cap="flat">
              <a:solidFill>
                <a:srgbClr val="D4AF3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5" name="A"/>
            <p:cNvSpPr txBox="1"/>
            <p:nvPr/>
          </p:nvSpPr>
          <p:spPr>
            <a:xfrm>
              <a:off x="260287" y="97789"/>
              <a:ext cx="348106" cy="673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3800">
                  <a:solidFill>
                    <a:srgbClr val="0A101A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A</a:t>
              </a:r>
            </a:p>
          </p:txBody>
        </p:sp>
      </p:grpSp>
      <p:sp>
        <p:nvSpPr>
          <p:cNvPr id="227" name="TextBox 4"/>
          <p:cNvSpPr txBox="1"/>
          <p:nvPr/>
        </p:nvSpPr>
        <p:spPr>
          <a:xfrm>
            <a:off x="1691639" y="1497329"/>
            <a:ext cx="6949442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5000"/>
              </a:lnSpc>
              <a:defRPr sz="32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罪的枷锁与真义的渴求</a:t>
            </a:r>
          </a:p>
        </p:txBody>
      </p:sp>
      <p:sp>
        <p:nvSpPr>
          <p:cNvPr id="228" name="TextBox 5"/>
          <p:cNvSpPr txBox="1"/>
          <p:nvPr/>
        </p:nvSpPr>
        <p:spPr>
          <a:xfrm>
            <a:off x="8778240" y="1592579"/>
            <a:ext cx="283464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lnSpc>
                <a:spcPct val="95000"/>
              </a:lnSpc>
              <a:defRPr sz="22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罗马书 1:1-3:20</a:t>
            </a:r>
          </a:p>
        </p:txBody>
      </p:sp>
      <p:grpSp>
        <p:nvGrpSpPr>
          <p:cNvPr id="231" name="Diamond 6"/>
          <p:cNvGrpSpPr/>
          <p:nvPr/>
        </p:nvGrpSpPr>
        <p:grpSpPr>
          <a:xfrm>
            <a:off x="525780" y="2674620"/>
            <a:ext cx="868681" cy="868681"/>
            <a:chOff x="0" y="0"/>
            <a:chExt cx="868680" cy="868680"/>
          </a:xfrm>
        </p:grpSpPr>
        <p:sp>
          <p:nvSpPr>
            <p:cNvPr id="229" name="Polygon"/>
            <p:cNvSpPr/>
            <p:nvPr/>
          </p:nvSpPr>
          <p:spPr>
            <a:xfrm>
              <a:off x="0" y="0"/>
              <a:ext cx="868681" cy="868681"/>
            </a:xfrm>
            <a:prstGeom prst="diamond">
              <a:avLst/>
            </a:prstGeom>
            <a:solidFill>
              <a:srgbClr val="D4AF37"/>
            </a:solidFill>
            <a:ln w="9525" cap="flat">
              <a:solidFill>
                <a:srgbClr val="D4AF3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0" name="B"/>
            <p:cNvSpPr txBox="1"/>
            <p:nvPr/>
          </p:nvSpPr>
          <p:spPr>
            <a:xfrm>
              <a:off x="258598" y="97789"/>
              <a:ext cx="351484" cy="673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3800">
                  <a:solidFill>
                    <a:srgbClr val="0A101A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B</a:t>
              </a:r>
            </a:p>
          </p:txBody>
        </p:sp>
      </p:grpSp>
      <p:sp>
        <p:nvSpPr>
          <p:cNvPr id="232" name="TextBox 7"/>
          <p:cNvSpPr txBox="1"/>
          <p:nvPr/>
        </p:nvSpPr>
        <p:spPr>
          <a:xfrm>
            <a:off x="1691639" y="2823210"/>
            <a:ext cx="6949442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5000"/>
              </a:lnSpc>
              <a:defRPr sz="32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因信基督蒙恩得义</a:t>
            </a:r>
          </a:p>
        </p:txBody>
      </p:sp>
      <p:sp>
        <p:nvSpPr>
          <p:cNvPr id="233" name="TextBox 8"/>
          <p:cNvSpPr txBox="1"/>
          <p:nvPr/>
        </p:nvSpPr>
        <p:spPr>
          <a:xfrm>
            <a:off x="8778240" y="2918460"/>
            <a:ext cx="283464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lnSpc>
                <a:spcPct val="95000"/>
              </a:lnSpc>
              <a:defRPr sz="22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罗马书 3:21-8:39</a:t>
            </a:r>
          </a:p>
        </p:txBody>
      </p:sp>
      <p:grpSp>
        <p:nvGrpSpPr>
          <p:cNvPr id="236" name="Diamond 9"/>
          <p:cNvGrpSpPr/>
          <p:nvPr/>
        </p:nvGrpSpPr>
        <p:grpSpPr>
          <a:xfrm>
            <a:off x="525780" y="4000500"/>
            <a:ext cx="868681" cy="868681"/>
            <a:chOff x="0" y="0"/>
            <a:chExt cx="868680" cy="868680"/>
          </a:xfrm>
        </p:grpSpPr>
        <p:sp>
          <p:nvSpPr>
            <p:cNvPr id="234" name="Polygon"/>
            <p:cNvSpPr/>
            <p:nvPr/>
          </p:nvSpPr>
          <p:spPr>
            <a:xfrm>
              <a:off x="0" y="0"/>
              <a:ext cx="868681" cy="868681"/>
            </a:xfrm>
            <a:prstGeom prst="diamond">
              <a:avLst/>
            </a:prstGeom>
            <a:solidFill>
              <a:srgbClr val="D4AF37"/>
            </a:solidFill>
            <a:ln w="9525" cap="flat">
              <a:solidFill>
                <a:srgbClr val="D4AF3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5" name="C"/>
            <p:cNvSpPr txBox="1"/>
            <p:nvPr/>
          </p:nvSpPr>
          <p:spPr>
            <a:xfrm>
              <a:off x="248415" y="97789"/>
              <a:ext cx="371850" cy="673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3800">
                  <a:solidFill>
                    <a:srgbClr val="0A101A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C</a:t>
              </a:r>
            </a:p>
          </p:txBody>
        </p:sp>
      </p:grpSp>
      <p:sp>
        <p:nvSpPr>
          <p:cNvPr id="237" name="TextBox 10"/>
          <p:cNvSpPr txBox="1"/>
          <p:nvPr/>
        </p:nvSpPr>
        <p:spPr>
          <a:xfrm>
            <a:off x="1691639" y="4149090"/>
            <a:ext cx="6949442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5000"/>
              </a:lnSpc>
              <a:defRPr sz="32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神主权计划中显明的公义</a:t>
            </a:r>
          </a:p>
        </p:txBody>
      </p:sp>
      <p:sp>
        <p:nvSpPr>
          <p:cNvPr id="238" name="TextBox 11"/>
          <p:cNvSpPr txBox="1"/>
          <p:nvPr/>
        </p:nvSpPr>
        <p:spPr>
          <a:xfrm>
            <a:off x="8778240" y="4244340"/>
            <a:ext cx="283464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lnSpc>
                <a:spcPct val="95000"/>
              </a:lnSpc>
              <a:defRPr sz="22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罗马书 9-11 章</a:t>
            </a:r>
          </a:p>
        </p:txBody>
      </p:sp>
      <p:grpSp>
        <p:nvGrpSpPr>
          <p:cNvPr id="241" name="Diamond 12"/>
          <p:cNvGrpSpPr/>
          <p:nvPr/>
        </p:nvGrpSpPr>
        <p:grpSpPr>
          <a:xfrm>
            <a:off x="525780" y="5326379"/>
            <a:ext cx="868681" cy="868681"/>
            <a:chOff x="0" y="0"/>
            <a:chExt cx="868680" cy="868680"/>
          </a:xfrm>
        </p:grpSpPr>
        <p:sp>
          <p:nvSpPr>
            <p:cNvPr id="239" name="Polygon"/>
            <p:cNvSpPr/>
            <p:nvPr/>
          </p:nvSpPr>
          <p:spPr>
            <a:xfrm>
              <a:off x="0" y="0"/>
              <a:ext cx="868681" cy="868681"/>
            </a:xfrm>
            <a:prstGeom prst="diamond">
              <a:avLst/>
            </a:prstGeom>
            <a:solidFill>
              <a:srgbClr val="D4AF37"/>
            </a:solidFill>
            <a:ln w="9525" cap="flat">
              <a:solidFill>
                <a:srgbClr val="D4AF3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0" name="D"/>
            <p:cNvSpPr txBox="1"/>
            <p:nvPr/>
          </p:nvSpPr>
          <p:spPr>
            <a:xfrm>
              <a:off x="251841" y="97789"/>
              <a:ext cx="364998" cy="673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3800">
                  <a:solidFill>
                    <a:srgbClr val="0A101A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D</a:t>
              </a:r>
            </a:p>
          </p:txBody>
        </p:sp>
      </p:grpSp>
      <p:sp>
        <p:nvSpPr>
          <p:cNvPr id="242" name="TextBox 13"/>
          <p:cNvSpPr txBox="1"/>
          <p:nvPr/>
        </p:nvSpPr>
        <p:spPr>
          <a:xfrm>
            <a:off x="1691639" y="5474969"/>
            <a:ext cx="6949442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5000"/>
              </a:lnSpc>
              <a:defRPr sz="32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活出神的义－同心同行的教会</a:t>
            </a:r>
          </a:p>
        </p:txBody>
      </p:sp>
      <p:sp>
        <p:nvSpPr>
          <p:cNvPr id="243" name="TextBox 14"/>
          <p:cNvSpPr txBox="1"/>
          <p:nvPr/>
        </p:nvSpPr>
        <p:spPr>
          <a:xfrm>
            <a:off x="8778240" y="5570219"/>
            <a:ext cx="283464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lnSpc>
                <a:spcPct val="95000"/>
              </a:lnSpc>
              <a:defRPr sz="22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罗马书 12-16 章</a:t>
            </a:r>
          </a:p>
        </p:txBody>
      </p:sp>
      <p:grpSp>
        <p:nvGrpSpPr>
          <p:cNvPr id="246" name="Rounded Rectangle 15"/>
          <p:cNvGrpSpPr/>
          <p:nvPr/>
        </p:nvGrpSpPr>
        <p:grpSpPr>
          <a:xfrm>
            <a:off x="11121694" y="6418000"/>
            <a:ext cx="950001" cy="320001"/>
            <a:chOff x="0" y="0"/>
            <a:chExt cx="949999" cy="319999"/>
          </a:xfrm>
        </p:grpSpPr>
        <p:sp>
          <p:nvSpPr>
            <p:cNvPr id="244" name="Rounded Rectangle"/>
            <p:cNvSpPr/>
            <p:nvPr/>
          </p:nvSpPr>
          <p:spPr>
            <a:xfrm>
              <a:off x="0" y="0"/>
              <a:ext cx="950000" cy="320000"/>
            </a:xfrm>
            <a:prstGeom prst="roundRect">
              <a:avLst>
                <a:gd name="adj" fmla="val 50000"/>
              </a:avLst>
            </a:prstGeom>
            <a:solidFill>
              <a:srgbClr val="0A101A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5" name="11 / 24"/>
            <p:cNvSpPr txBox="1"/>
            <p:nvPr/>
          </p:nvSpPr>
          <p:spPr>
            <a:xfrm>
              <a:off x="46861" y="45699"/>
              <a:ext cx="856277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>
                  <a:solidFill>
                    <a:srgbClr val="F3D98C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15 / 28</a:t>
              </a:r>
            </a:p>
          </p:txBody>
        </p:sp>
      </p:grpSp>
      <p:pic>
        <p:nvPicPr>
          <p:cNvPr id="247" name="Infographic icon A" descr="image.png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rcRect b="17000"/>
          <a:stretch>
            <a:fillRect/>
          </a:stretch>
        </p:blipFill>
        <p:spPr>
          <a:xfrm>
            <a:off x="7296912" y="1377515"/>
            <a:ext cx="1737360" cy="811129"/>
          </a:xfrm>
          <a:prstGeom prst="rect">
            <a:avLst/>
          </a:prstGeom>
          <a:ln w="25400">
            <a:solidFill>
              <a:srgbClr val="D4AF37"/>
            </a:solidFill>
          </a:ln>
        </p:spPr>
      </p:pic>
      <p:pic>
        <p:nvPicPr>
          <p:cNvPr id="248" name="Infographic icon B" descr="image.png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rcRect b="17000"/>
          <a:stretch>
            <a:fillRect/>
          </a:stretch>
        </p:blipFill>
        <p:spPr>
          <a:xfrm>
            <a:off x="7296912" y="2703396"/>
            <a:ext cx="1737360" cy="811129"/>
          </a:xfrm>
          <a:prstGeom prst="rect">
            <a:avLst/>
          </a:prstGeom>
          <a:ln w="25400">
            <a:solidFill>
              <a:srgbClr val="D4AF37"/>
            </a:solidFill>
          </a:ln>
        </p:spPr>
      </p:pic>
      <p:pic>
        <p:nvPicPr>
          <p:cNvPr id="249" name="Infographic icon C" descr="image.png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rcRect b="17000"/>
          <a:stretch>
            <a:fillRect/>
          </a:stretch>
        </p:blipFill>
        <p:spPr>
          <a:xfrm>
            <a:off x="7296912" y="4029276"/>
            <a:ext cx="1737360" cy="811129"/>
          </a:xfrm>
          <a:prstGeom prst="rect">
            <a:avLst/>
          </a:prstGeom>
          <a:ln w="25400">
            <a:solidFill>
              <a:srgbClr val="D4AF37"/>
            </a:solidFill>
          </a:ln>
        </p:spPr>
      </p:pic>
      <p:pic>
        <p:nvPicPr>
          <p:cNvPr id="250" name="Infographic icon D" descr="image.png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9"/>
          <a:srcRect b="17000"/>
          <a:stretch>
            <a:fillRect/>
          </a:stretch>
        </p:blipFill>
        <p:spPr>
          <a:xfrm>
            <a:off x="7296912" y="5355155"/>
            <a:ext cx="1737360" cy="811129"/>
          </a:xfrm>
          <a:prstGeom prst="rect">
            <a:avLst/>
          </a:prstGeom>
          <a:ln w="25400">
            <a:solidFill>
              <a:srgbClr val="D4AF37"/>
            </a:solidFill>
          </a:ln>
        </p:spPr>
      </p:pic>
      <p:sp>
        <p:nvSpPr>
          <p:cNvPr id="251" name="Outline link">
            <a:hlinkClick r:id="rId11"/>
          </p:cNvPr>
          <p:cNvSpPr/>
          <p:nvPr/>
        </p:nvSpPr>
        <p:spPr>
          <a:xfrm>
            <a:off x="10080253" y="6418000"/>
            <a:ext cx="950001" cy="320001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 w="12700">
            <a:solidFill>
              <a:srgbClr val="F3D98C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3D98C"/>
                </a:solidFill>
                <a:latin typeface="PingFang SC Semibold"/>
              </a:rPr>
              <a:t>大纲 ↗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49" name="TextBox 2"/>
          <p:cNvSpPr txBox="1"/>
          <p:nvPr/>
        </p:nvSpPr>
        <p:spPr>
          <a:xfrm>
            <a:off x="548639" y="320039"/>
            <a:ext cx="1106424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50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信息短片</a:t>
            </a:r>
          </a:p>
        </p:txBody>
      </p:sp>
      <p:pic>
        <p:nvPicPr>
          <p:cNvPr id="250" name="final_video.mp4" descr="final_video.mp4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1432407" y="1325880"/>
            <a:ext cx="9326881" cy="524865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53" name="Rounded Rectangle 4"/>
          <p:cNvGrpSpPr/>
          <p:nvPr/>
        </p:nvGrpSpPr>
        <p:grpSpPr>
          <a:xfrm>
            <a:off x="11121694" y="6418000"/>
            <a:ext cx="950001" cy="320001"/>
            <a:chOff x="0" y="0"/>
            <a:chExt cx="949999" cy="319999"/>
          </a:xfrm>
        </p:grpSpPr>
        <p:sp>
          <p:nvSpPr>
            <p:cNvPr id="251" name="Rounded Rectangle"/>
            <p:cNvSpPr/>
            <p:nvPr/>
          </p:nvSpPr>
          <p:spPr>
            <a:xfrm>
              <a:off x="0" y="0"/>
              <a:ext cx="950000" cy="320000"/>
            </a:xfrm>
            <a:prstGeom prst="roundRect">
              <a:avLst>
                <a:gd name="adj" fmla="val 50000"/>
              </a:avLst>
            </a:prstGeom>
            <a:solidFill>
              <a:srgbClr val="0A101A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2" name="12 / 24"/>
            <p:cNvSpPr txBox="1"/>
            <p:nvPr/>
          </p:nvSpPr>
          <p:spPr>
            <a:xfrm>
              <a:off x="46861" y="45699"/>
              <a:ext cx="856277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>
                  <a:solidFill>
                    <a:srgbClr val="F3D98C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16 / 28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7363" fill="hold"/>
                                        <p:tgtEl>
                                          <p:spTgt spid="25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80000">
                <p:cTn id="7" fill="hold" display="0">
                  <p:stCondLst>
                    <p:cond delay="indefinite"/>
                  </p:stCondLst>
                </p:cTn>
                <p:tgtEl>
                  <p:spTgt spid="250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250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5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50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56" name="Rectangle 2"/>
          <p:cNvSpPr/>
          <p:nvPr/>
        </p:nvSpPr>
        <p:spPr>
          <a:xfrm>
            <a:off x="-1" y="5852159"/>
            <a:ext cx="12191697" cy="1005840"/>
          </a:xfrm>
          <a:prstGeom prst="rect">
            <a:avLst/>
          </a:prstGeom>
          <a:solidFill>
            <a:srgbClr val="0A101A">
              <a:alpha val="7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" name="TextBox 3"/>
          <p:cNvSpPr txBox="1"/>
          <p:nvPr/>
        </p:nvSpPr>
        <p:spPr>
          <a:xfrm>
            <a:off x="548639" y="6017768"/>
            <a:ext cx="11094417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spcBef>
                <a:spcPts val="400"/>
              </a:spcBef>
              <a:defRPr sz="40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从罪到恩，由死而生</a:t>
            </a:r>
          </a:p>
        </p:txBody>
      </p:sp>
      <p:grpSp>
        <p:nvGrpSpPr>
          <p:cNvPr id="260" name="Rounded Rectangle 4"/>
          <p:cNvGrpSpPr/>
          <p:nvPr/>
        </p:nvGrpSpPr>
        <p:grpSpPr>
          <a:xfrm>
            <a:off x="11121694" y="6418000"/>
            <a:ext cx="950001" cy="320001"/>
            <a:chOff x="0" y="0"/>
            <a:chExt cx="949999" cy="319999"/>
          </a:xfrm>
        </p:grpSpPr>
        <p:sp>
          <p:nvSpPr>
            <p:cNvPr id="258" name="Rounded Rectangle"/>
            <p:cNvSpPr/>
            <p:nvPr/>
          </p:nvSpPr>
          <p:spPr>
            <a:xfrm>
              <a:off x="0" y="0"/>
              <a:ext cx="950000" cy="320000"/>
            </a:xfrm>
            <a:prstGeom prst="roundRect">
              <a:avLst>
                <a:gd name="adj" fmla="val 50000"/>
              </a:avLst>
            </a:prstGeom>
            <a:solidFill>
              <a:srgbClr val="0A101A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9" name="13 / 24"/>
            <p:cNvSpPr txBox="1"/>
            <p:nvPr/>
          </p:nvSpPr>
          <p:spPr>
            <a:xfrm>
              <a:off x="46861" y="45699"/>
              <a:ext cx="856277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>
                  <a:solidFill>
                    <a:srgbClr val="F3D98C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17 / 28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63" name="Rectangle 2"/>
          <p:cNvSpPr/>
          <p:nvPr/>
        </p:nvSpPr>
        <p:spPr>
          <a:xfrm>
            <a:off x="-1" y="5852159"/>
            <a:ext cx="12191697" cy="1005840"/>
          </a:xfrm>
          <a:prstGeom prst="rect">
            <a:avLst/>
          </a:prstGeom>
          <a:solidFill>
            <a:srgbClr val="0A101A">
              <a:alpha val="7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TextBox 3"/>
          <p:cNvSpPr txBox="1"/>
          <p:nvPr/>
        </p:nvSpPr>
        <p:spPr>
          <a:xfrm>
            <a:off x="548639" y="6017768"/>
            <a:ext cx="11094417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spcBef>
                <a:spcPts val="400"/>
              </a:spcBef>
              <a:defRPr sz="40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A · 罪的枷锁与真义的渴求</a:t>
            </a:r>
          </a:p>
        </p:txBody>
      </p:sp>
      <p:grpSp>
        <p:nvGrpSpPr>
          <p:cNvPr id="267" name="Rounded Rectangle 4"/>
          <p:cNvGrpSpPr/>
          <p:nvPr/>
        </p:nvGrpSpPr>
        <p:grpSpPr>
          <a:xfrm>
            <a:off x="11121694" y="6418000"/>
            <a:ext cx="950001" cy="320001"/>
            <a:chOff x="0" y="0"/>
            <a:chExt cx="949999" cy="319999"/>
          </a:xfrm>
        </p:grpSpPr>
        <p:sp>
          <p:nvSpPr>
            <p:cNvPr id="265" name="Rounded Rectangle"/>
            <p:cNvSpPr/>
            <p:nvPr/>
          </p:nvSpPr>
          <p:spPr>
            <a:xfrm>
              <a:off x="0" y="0"/>
              <a:ext cx="950000" cy="320000"/>
            </a:xfrm>
            <a:prstGeom prst="roundRect">
              <a:avLst>
                <a:gd name="adj" fmla="val 50000"/>
              </a:avLst>
            </a:prstGeom>
            <a:solidFill>
              <a:srgbClr val="0A101A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66" name="14 / 24"/>
            <p:cNvSpPr txBox="1"/>
            <p:nvPr/>
          </p:nvSpPr>
          <p:spPr>
            <a:xfrm>
              <a:off x="46861" y="45699"/>
              <a:ext cx="856277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>
                  <a:solidFill>
                    <a:srgbClr val="F3D98C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18 / 28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70" name="Rectangle 2"/>
          <p:cNvSpPr/>
          <p:nvPr/>
        </p:nvSpPr>
        <p:spPr>
          <a:xfrm>
            <a:off x="-1" y="5852159"/>
            <a:ext cx="12191697" cy="1005840"/>
          </a:xfrm>
          <a:prstGeom prst="rect">
            <a:avLst/>
          </a:prstGeom>
          <a:solidFill>
            <a:srgbClr val="0A101A">
              <a:alpha val="7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TextBox 3"/>
          <p:cNvSpPr txBox="1"/>
          <p:nvPr/>
        </p:nvSpPr>
        <p:spPr>
          <a:xfrm>
            <a:off x="548639" y="6017768"/>
            <a:ext cx="11094417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spcBef>
                <a:spcPts val="400"/>
              </a:spcBef>
              <a:defRPr sz="40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B · 因信基督蒙恩得义</a:t>
            </a:r>
          </a:p>
        </p:txBody>
      </p:sp>
      <p:grpSp>
        <p:nvGrpSpPr>
          <p:cNvPr id="274" name="Rounded Rectangle 4"/>
          <p:cNvGrpSpPr/>
          <p:nvPr/>
        </p:nvGrpSpPr>
        <p:grpSpPr>
          <a:xfrm>
            <a:off x="11121694" y="6418000"/>
            <a:ext cx="950001" cy="320001"/>
            <a:chOff x="0" y="0"/>
            <a:chExt cx="949999" cy="319999"/>
          </a:xfrm>
        </p:grpSpPr>
        <p:sp>
          <p:nvSpPr>
            <p:cNvPr id="272" name="Rounded Rectangle"/>
            <p:cNvSpPr/>
            <p:nvPr/>
          </p:nvSpPr>
          <p:spPr>
            <a:xfrm>
              <a:off x="0" y="0"/>
              <a:ext cx="950000" cy="320000"/>
            </a:xfrm>
            <a:prstGeom prst="roundRect">
              <a:avLst>
                <a:gd name="adj" fmla="val 50000"/>
              </a:avLst>
            </a:prstGeom>
            <a:solidFill>
              <a:srgbClr val="0A101A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73" name="15 / 24"/>
            <p:cNvSpPr txBox="1"/>
            <p:nvPr/>
          </p:nvSpPr>
          <p:spPr>
            <a:xfrm>
              <a:off x="46861" y="45699"/>
              <a:ext cx="856277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>
                  <a:solidFill>
                    <a:srgbClr val="F3D98C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19 / 28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77" name="Rectangle 2"/>
          <p:cNvSpPr/>
          <p:nvPr/>
        </p:nvSpPr>
        <p:spPr>
          <a:xfrm>
            <a:off x="-1" y="5852159"/>
            <a:ext cx="12191697" cy="1005840"/>
          </a:xfrm>
          <a:prstGeom prst="rect">
            <a:avLst/>
          </a:prstGeom>
          <a:solidFill>
            <a:srgbClr val="0A101A">
              <a:alpha val="7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" name="TextBox 3"/>
          <p:cNvSpPr txBox="1"/>
          <p:nvPr/>
        </p:nvSpPr>
        <p:spPr>
          <a:xfrm>
            <a:off x="548639" y="6017768"/>
            <a:ext cx="11094417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spcBef>
                <a:spcPts val="400"/>
              </a:spcBef>
              <a:defRPr sz="40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C · 神主权计划中显明的公义</a:t>
            </a:r>
          </a:p>
        </p:txBody>
      </p:sp>
      <p:grpSp>
        <p:nvGrpSpPr>
          <p:cNvPr id="281" name="Rounded Rectangle 4"/>
          <p:cNvGrpSpPr/>
          <p:nvPr/>
        </p:nvGrpSpPr>
        <p:grpSpPr>
          <a:xfrm>
            <a:off x="11121694" y="6418000"/>
            <a:ext cx="950001" cy="320001"/>
            <a:chOff x="0" y="0"/>
            <a:chExt cx="949999" cy="319999"/>
          </a:xfrm>
        </p:grpSpPr>
        <p:sp>
          <p:nvSpPr>
            <p:cNvPr id="279" name="Rounded Rectangle"/>
            <p:cNvSpPr/>
            <p:nvPr/>
          </p:nvSpPr>
          <p:spPr>
            <a:xfrm>
              <a:off x="0" y="0"/>
              <a:ext cx="950000" cy="320000"/>
            </a:xfrm>
            <a:prstGeom prst="roundRect">
              <a:avLst>
                <a:gd name="adj" fmla="val 50000"/>
              </a:avLst>
            </a:prstGeom>
            <a:solidFill>
              <a:srgbClr val="0A101A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80" name="16 / 24"/>
            <p:cNvSpPr txBox="1"/>
            <p:nvPr/>
          </p:nvSpPr>
          <p:spPr>
            <a:xfrm>
              <a:off x="46861" y="45699"/>
              <a:ext cx="856277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>
                  <a:solidFill>
                    <a:srgbClr val="F3D98C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20 / 28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84" name="Rectangle 2"/>
          <p:cNvSpPr/>
          <p:nvPr/>
        </p:nvSpPr>
        <p:spPr>
          <a:xfrm>
            <a:off x="-1" y="5852159"/>
            <a:ext cx="12191697" cy="1005840"/>
          </a:xfrm>
          <a:prstGeom prst="rect">
            <a:avLst/>
          </a:prstGeom>
          <a:solidFill>
            <a:srgbClr val="0A101A">
              <a:alpha val="7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TextBox 3"/>
          <p:cNvSpPr txBox="1"/>
          <p:nvPr/>
        </p:nvSpPr>
        <p:spPr>
          <a:xfrm>
            <a:off x="548639" y="6017768"/>
            <a:ext cx="11094417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spcBef>
                <a:spcPts val="400"/>
              </a:spcBef>
              <a:defRPr sz="40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D · 活出神的义－同心同行的教会</a:t>
            </a:r>
          </a:p>
        </p:txBody>
      </p:sp>
      <p:grpSp>
        <p:nvGrpSpPr>
          <p:cNvPr id="288" name="Rounded Rectangle 4"/>
          <p:cNvGrpSpPr/>
          <p:nvPr/>
        </p:nvGrpSpPr>
        <p:grpSpPr>
          <a:xfrm>
            <a:off x="11121694" y="6418000"/>
            <a:ext cx="950001" cy="320001"/>
            <a:chOff x="0" y="0"/>
            <a:chExt cx="949999" cy="319999"/>
          </a:xfrm>
        </p:grpSpPr>
        <p:sp>
          <p:nvSpPr>
            <p:cNvPr id="286" name="Rounded Rectangle"/>
            <p:cNvSpPr/>
            <p:nvPr/>
          </p:nvSpPr>
          <p:spPr>
            <a:xfrm>
              <a:off x="0" y="0"/>
              <a:ext cx="950000" cy="320000"/>
            </a:xfrm>
            <a:prstGeom prst="roundRect">
              <a:avLst>
                <a:gd name="adj" fmla="val 50000"/>
              </a:avLst>
            </a:prstGeom>
            <a:solidFill>
              <a:srgbClr val="0A101A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87" name="17 / 24"/>
            <p:cNvSpPr txBox="1"/>
            <p:nvPr/>
          </p:nvSpPr>
          <p:spPr>
            <a:xfrm>
              <a:off x="46861" y="45699"/>
              <a:ext cx="856277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>
                  <a:solidFill>
                    <a:srgbClr val="F3D98C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21 / 28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93" name="Rounded Rectangle 2"/>
          <p:cNvGrpSpPr/>
          <p:nvPr/>
        </p:nvGrpSpPr>
        <p:grpSpPr>
          <a:xfrm>
            <a:off x="11121694" y="6418000"/>
            <a:ext cx="950001" cy="320001"/>
            <a:chOff x="0" y="0"/>
            <a:chExt cx="949999" cy="319999"/>
          </a:xfrm>
        </p:grpSpPr>
        <p:sp>
          <p:nvSpPr>
            <p:cNvPr id="291" name="Rounded Rectangle"/>
            <p:cNvSpPr/>
            <p:nvPr/>
          </p:nvSpPr>
          <p:spPr>
            <a:xfrm>
              <a:off x="0" y="0"/>
              <a:ext cx="950000" cy="320000"/>
            </a:xfrm>
            <a:prstGeom prst="roundRect">
              <a:avLst>
                <a:gd name="adj" fmla="val 50000"/>
              </a:avLst>
            </a:prstGeom>
            <a:solidFill>
              <a:srgbClr val="0A101A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92" name="18 / 24"/>
            <p:cNvSpPr txBox="1"/>
            <p:nvPr/>
          </p:nvSpPr>
          <p:spPr>
            <a:xfrm>
              <a:off x="46861" y="45699"/>
              <a:ext cx="856277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>
                  <a:solidFill>
                    <a:srgbClr val="F3D98C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22 / 28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96" name="TextBox 2"/>
          <p:cNvSpPr txBox="1"/>
          <p:nvPr/>
        </p:nvSpPr>
        <p:spPr>
          <a:xfrm>
            <a:off x="548639" y="457199"/>
            <a:ext cx="1106424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50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互动图表</a:t>
            </a:r>
          </a:p>
        </p:txBody>
      </p:sp>
      <p:sp>
        <p:nvSpPr>
          <p:cNvPr id="297" name="TextBox 3"/>
          <p:cNvSpPr txBox="1"/>
          <p:nvPr/>
        </p:nvSpPr>
        <p:spPr>
          <a:xfrm>
            <a:off x="548639" y="1234439"/>
            <a:ext cx="1106424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24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从罪到恩，由死而生 —— 五幅图像，逐一说明每一部分</a:t>
            </a:r>
          </a:p>
        </p:txBody>
      </p:sp>
      <p:pic>
        <p:nvPicPr>
          <p:cNvPr id="298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267046" y="2011679"/>
            <a:ext cx="3657601" cy="3657601"/>
          </a:xfrm>
          <a:prstGeom prst="rect">
            <a:avLst/>
          </a:prstGeom>
          <a:ln w="12700">
            <a:miter lim="400000"/>
          </a:ln>
        </p:spPr>
      </p:pic>
      <p:sp>
        <p:nvSpPr>
          <p:cNvPr id="299" name="TextBox 5"/>
          <p:cNvSpPr txBox="1"/>
          <p:nvPr/>
        </p:nvSpPr>
        <p:spPr>
          <a:xfrm>
            <a:off x="548639" y="5897879"/>
            <a:ext cx="1106424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sz="24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扫描浏览互动图表 · Scan to explore the interactive companion</a:t>
            </a:r>
          </a:p>
        </p:txBody>
      </p:sp>
      <p:grpSp>
        <p:nvGrpSpPr>
          <p:cNvPr id="302" name="Rounded Rectangle 6"/>
          <p:cNvGrpSpPr/>
          <p:nvPr/>
        </p:nvGrpSpPr>
        <p:grpSpPr>
          <a:xfrm>
            <a:off x="11121694" y="6418000"/>
            <a:ext cx="950001" cy="320001"/>
            <a:chOff x="0" y="0"/>
            <a:chExt cx="949999" cy="319999"/>
          </a:xfrm>
        </p:grpSpPr>
        <p:sp>
          <p:nvSpPr>
            <p:cNvPr id="300" name="Rounded Rectangle"/>
            <p:cNvSpPr/>
            <p:nvPr/>
          </p:nvSpPr>
          <p:spPr>
            <a:xfrm>
              <a:off x="0" y="0"/>
              <a:ext cx="950000" cy="320000"/>
            </a:xfrm>
            <a:prstGeom prst="roundRect">
              <a:avLst>
                <a:gd name="adj" fmla="val 50000"/>
              </a:avLst>
            </a:prstGeom>
            <a:solidFill>
              <a:srgbClr val="0A101A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01" name="19 / 24"/>
            <p:cNvSpPr txBox="1"/>
            <p:nvPr/>
          </p:nvSpPr>
          <p:spPr>
            <a:xfrm>
              <a:off x="46861" y="45699"/>
              <a:ext cx="856277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>
                  <a:solidFill>
                    <a:srgbClr val="F3D98C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23 / 28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5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23847" y="0"/>
            <a:ext cx="9144001" cy="68580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08" name="Rounded Rectangle 3"/>
          <p:cNvGrpSpPr/>
          <p:nvPr/>
        </p:nvGrpSpPr>
        <p:grpSpPr>
          <a:xfrm>
            <a:off x="11121694" y="6418000"/>
            <a:ext cx="950001" cy="320001"/>
            <a:chOff x="0" y="0"/>
            <a:chExt cx="949999" cy="319999"/>
          </a:xfrm>
        </p:grpSpPr>
        <p:sp>
          <p:nvSpPr>
            <p:cNvPr id="306" name="Rounded Rectangle"/>
            <p:cNvSpPr/>
            <p:nvPr/>
          </p:nvSpPr>
          <p:spPr>
            <a:xfrm>
              <a:off x="0" y="0"/>
              <a:ext cx="950000" cy="320000"/>
            </a:xfrm>
            <a:prstGeom prst="roundRect">
              <a:avLst>
                <a:gd name="adj" fmla="val 50000"/>
              </a:avLst>
            </a:prstGeom>
            <a:solidFill>
              <a:srgbClr val="0A101A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07" name="20 / 24"/>
            <p:cNvSpPr txBox="1"/>
            <p:nvPr/>
          </p:nvSpPr>
          <p:spPr>
            <a:xfrm>
              <a:off x="46861" y="45699"/>
              <a:ext cx="856277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>
                  <a:solidFill>
                    <a:srgbClr val="F3D98C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24 / 28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1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23847" y="0"/>
            <a:ext cx="9144001" cy="68580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14" name="Rounded Rectangle 3"/>
          <p:cNvGrpSpPr/>
          <p:nvPr/>
        </p:nvGrpSpPr>
        <p:grpSpPr>
          <a:xfrm>
            <a:off x="11121694" y="6418000"/>
            <a:ext cx="950001" cy="320001"/>
            <a:chOff x="0" y="0"/>
            <a:chExt cx="949999" cy="319999"/>
          </a:xfrm>
        </p:grpSpPr>
        <p:sp>
          <p:nvSpPr>
            <p:cNvPr id="312" name="Rounded Rectangle"/>
            <p:cNvSpPr/>
            <p:nvPr/>
          </p:nvSpPr>
          <p:spPr>
            <a:xfrm>
              <a:off x="0" y="0"/>
              <a:ext cx="950000" cy="320000"/>
            </a:xfrm>
            <a:prstGeom prst="roundRect">
              <a:avLst>
                <a:gd name="adj" fmla="val 50000"/>
              </a:avLst>
            </a:prstGeom>
            <a:solidFill>
              <a:srgbClr val="0A101A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13" name="21 / 24"/>
            <p:cNvSpPr txBox="1"/>
            <p:nvPr/>
          </p:nvSpPr>
          <p:spPr>
            <a:xfrm>
              <a:off x="46861" y="45699"/>
              <a:ext cx="856277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>
                  <a:solidFill>
                    <a:srgbClr val="F3D98C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25 / 28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7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23847" y="0"/>
            <a:ext cx="9144001" cy="68580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20" name="Rounded Rectangle 3"/>
          <p:cNvGrpSpPr/>
          <p:nvPr/>
        </p:nvGrpSpPr>
        <p:grpSpPr>
          <a:xfrm>
            <a:off x="11121694" y="6418000"/>
            <a:ext cx="950001" cy="320001"/>
            <a:chOff x="0" y="0"/>
            <a:chExt cx="949999" cy="319999"/>
          </a:xfrm>
        </p:grpSpPr>
        <p:sp>
          <p:nvSpPr>
            <p:cNvPr id="318" name="Rounded Rectangle"/>
            <p:cNvSpPr/>
            <p:nvPr/>
          </p:nvSpPr>
          <p:spPr>
            <a:xfrm>
              <a:off x="0" y="0"/>
              <a:ext cx="950000" cy="320000"/>
            </a:xfrm>
            <a:prstGeom prst="roundRect">
              <a:avLst>
                <a:gd name="adj" fmla="val 50000"/>
              </a:avLst>
            </a:prstGeom>
            <a:solidFill>
              <a:srgbClr val="0A101A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19" name="22 / 24"/>
            <p:cNvSpPr txBox="1"/>
            <p:nvPr/>
          </p:nvSpPr>
          <p:spPr>
            <a:xfrm>
              <a:off x="46861" y="45699"/>
              <a:ext cx="856277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>
                  <a:solidFill>
                    <a:srgbClr val="F3D98C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26 / 28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3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23847" y="0"/>
            <a:ext cx="9144001" cy="68580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26" name="Rounded Rectangle 3"/>
          <p:cNvGrpSpPr/>
          <p:nvPr/>
        </p:nvGrpSpPr>
        <p:grpSpPr>
          <a:xfrm>
            <a:off x="11121694" y="6418000"/>
            <a:ext cx="950001" cy="320001"/>
            <a:chOff x="0" y="0"/>
            <a:chExt cx="949999" cy="319999"/>
          </a:xfrm>
        </p:grpSpPr>
        <p:sp>
          <p:nvSpPr>
            <p:cNvPr id="324" name="Rounded Rectangle"/>
            <p:cNvSpPr/>
            <p:nvPr/>
          </p:nvSpPr>
          <p:spPr>
            <a:xfrm>
              <a:off x="0" y="0"/>
              <a:ext cx="950000" cy="320000"/>
            </a:xfrm>
            <a:prstGeom prst="roundRect">
              <a:avLst>
                <a:gd name="adj" fmla="val 50000"/>
              </a:avLst>
            </a:prstGeom>
            <a:solidFill>
              <a:srgbClr val="0A101A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25" name="23 / 24"/>
            <p:cNvSpPr txBox="1"/>
            <p:nvPr/>
          </p:nvSpPr>
          <p:spPr>
            <a:xfrm>
              <a:off x="46861" y="45699"/>
              <a:ext cx="856277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>
                  <a:solidFill>
                    <a:srgbClr val="F3D98C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27 / 28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TextBox 2"/>
          <p:cNvSpPr txBox="1"/>
          <p:nvPr/>
        </p:nvSpPr>
        <p:spPr>
          <a:xfrm>
            <a:off x="548639" y="274319"/>
            <a:ext cx="11064242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46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反思与回应</a:t>
            </a:r>
          </a:p>
        </p:txBody>
      </p:sp>
      <p:sp>
        <p:nvSpPr>
          <p:cNvPr id="330" name="TextBox 3"/>
          <p:cNvSpPr txBox="1"/>
          <p:nvPr/>
        </p:nvSpPr>
        <p:spPr>
          <a:xfrm>
            <a:off x="548639" y="960119"/>
            <a:ext cx="1106424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22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从罪到恩，由死而生</a:t>
            </a:r>
          </a:p>
        </p:txBody>
      </p:sp>
      <p:grpSp>
        <p:nvGrpSpPr>
          <p:cNvPr id="333" name="Diamond 4"/>
          <p:cNvGrpSpPr/>
          <p:nvPr/>
        </p:nvGrpSpPr>
        <p:grpSpPr>
          <a:xfrm>
            <a:off x="571500" y="1623060"/>
            <a:ext cx="685800" cy="685801"/>
            <a:chOff x="0" y="0"/>
            <a:chExt cx="685800" cy="685800"/>
          </a:xfrm>
        </p:grpSpPr>
        <p:sp>
          <p:nvSpPr>
            <p:cNvPr id="331" name="Diamond"/>
            <p:cNvSpPr/>
            <p:nvPr/>
          </p:nvSpPr>
          <p:spPr>
            <a:xfrm>
              <a:off x="0" y="0"/>
              <a:ext cx="685800" cy="685800"/>
            </a:xfrm>
            <a:prstGeom prst="diamond">
              <a:avLst/>
            </a:prstGeom>
            <a:solidFill>
              <a:srgbClr val="D4AF37"/>
            </a:solidFill>
            <a:ln w="9525" cap="flat">
              <a:solidFill>
                <a:srgbClr val="D4AF3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32" name="A"/>
            <p:cNvSpPr txBox="1"/>
            <p:nvPr/>
          </p:nvSpPr>
          <p:spPr>
            <a:xfrm>
              <a:off x="212979" y="88899"/>
              <a:ext cx="259842" cy="508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2800">
                  <a:solidFill>
                    <a:srgbClr val="0A101A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A</a:t>
              </a:r>
            </a:p>
          </p:txBody>
        </p:sp>
      </p:grpSp>
      <p:sp>
        <p:nvSpPr>
          <p:cNvPr id="334" name="TextBox 5"/>
          <p:cNvSpPr txBox="1"/>
          <p:nvPr/>
        </p:nvSpPr>
        <p:spPr>
          <a:xfrm>
            <a:off x="1554480" y="1716405"/>
            <a:ext cx="10058401" cy="819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22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本周，我可以在哪一件具体的事上，承认自己「亏缺了神的荣耀」，不再自称无罪？</a:t>
            </a:r>
          </a:p>
        </p:txBody>
      </p:sp>
      <p:grpSp>
        <p:nvGrpSpPr>
          <p:cNvPr id="337" name="Diamond 6"/>
          <p:cNvGrpSpPr/>
          <p:nvPr/>
        </p:nvGrpSpPr>
        <p:grpSpPr>
          <a:xfrm>
            <a:off x="571500" y="2674620"/>
            <a:ext cx="685800" cy="685801"/>
            <a:chOff x="0" y="0"/>
            <a:chExt cx="685800" cy="685800"/>
          </a:xfrm>
        </p:grpSpPr>
        <p:sp>
          <p:nvSpPr>
            <p:cNvPr id="335" name="Diamond"/>
            <p:cNvSpPr/>
            <p:nvPr/>
          </p:nvSpPr>
          <p:spPr>
            <a:xfrm>
              <a:off x="0" y="0"/>
              <a:ext cx="685800" cy="685800"/>
            </a:xfrm>
            <a:prstGeom prst="diamond">
              <a:avLst/>
            </a:prstGeom>
            <a:solidFill>
              <a:srgbClr val="D4AF37"/>
            </a:solidFill>
            <a:ln w="9525" cap="flat">
              <a:solidFill>
                <a:srgbClr val="D4AF3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36" name="B"/>
            <p:cNvSpPr txBox="1"/>
            <p:nvPr/>
          </p:nvSpPr>
          <p:spPr>
            <a:xfrm>
              <a:off x="211735" y="88899"/>
              <a:ext cx="262330" cy="508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2800">
                  <a:solidFill>
                    <a:srgbClr val="0A101A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B</a:t>
              </a:r>
            </a:p>
          </p:txBody>
        </p:sp>
      </p:grpSp>
      <p:sp>
        <p:nvSpPr>
          <p:cNvPr id="338" name="TextBox 7"/>
          <p:cNvSpPr txBox="1"/>
          <p:nvPr/>
        </p:nvSpPr>
        <p:spPr>
          <a:xfrm>
            <a:off x="1554480" y="2767965"/>
            <a:ext cx="10058401" cy="819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22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本周，我愿意在哪一个处境中，操练「活祭」的心态——不靠自己的行为，只安息在因信称义里？</a:t>
            </a:r>
          </a:p>
        </p:txBody>
      </p:sp>
      <p:grpSp>
        <p:nvGrpSpPr>
          <p:cNvPr id="341" name="Diamond 8"/>
          <p:cNvGrpSpPr/>
          <p:nvPr/>
        </p:nvGrpSpPr>
        <p:grpSpPr>
          <a:xfrm>
            <a:off x="571500" y="3726179"/>
            <a:ext cx="685800" cy="685801"/>
            <a:chOff x="0" y="0"/>
            <a:chExt cx="685800" cy="685800"/>
          </a:xfrm>
        </p:grpSpPr>
        <p:sp>
          <p:nvSpPr>
            <p:cNvPr id="339" name="Diamond"/>
            <p:cNvSpPr/>
            <p:nvPr/>
          </p:nvSpPr>
          <p:spPr>
            <a:xfrm>
              <a:off x="0" y="0"/>
              <a:ext cx="685800" cy="685800"/>
            </a:xfrm>
            <a:prstGeom prst="diamond">
              <a:avLst/>
            </a:prstGeom>
            <a:solidFill>
              <a:srgbClr val="D4AF37"/>
            </a:solidFill>
            <a:ln w="9525" cap="flat">
              <a:solidFill>
                <a:srgbClr val="D4AF3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0" name="C"/>
            <p:cNvSpPr txBox="1"/>
            <p:nvPr/>
          </p:nvSpPr>
          <p:spPr>
            <a:xfrm>
              <a:off x="204231" y="88899"/>
              <a:ext cx="277338" cy="508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2800">
                  <a:solidFill>
                    <a:srgbClr val="0A101A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C</a:t>
              </a:r>
            </a:p>
          </p:txBody>
        </p:sp>
      </p:grpSp>
      <p:sp>
        <p:nvSpPr>
          <p:cNvPr id="342" name="TextBox 9"/>
          <p:cNvSpPr txBox="1"/>
          <p:nvPr/>
        </p:nvSpPr>
        <p:spPr>
          <a:xfrm>
            <a:off x="1554480" y="3819525"/>
            <a:ext cx="10058401" cy="819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22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本周，我愿意在哪一件事上，更谦卑地信靠神主权的智慧，而不是凭自己的理解去论断？</a:t>
            </a:r>
          </a:p>
        </p:txBody>
      </p:sp>
      <p:grpSp>
        <p:nvGrpSpPr>
          <p:cNvPr id="345" name="Diamond 10"/>
          <p:cNvGrpSpPr/>
          <p:nvPr/>
        </p:nvGrpSpPr>
        <p:grpSpPr>
          <a:xfrm>
            <a:off x="571500" y="4777740"/>
            <a:ext cx="685800" cy="685801"/>
            <a:chOff x="0" y="0"/>
            <a:chExt cx="685800" cy="685800"/>
          </a:xfrm>
        </p:grpSpPr>
        <p:sp>
          <p:nvSpPr>
            <p:cNvPr id="343" name="Diamond"/>
            <p:cNvSpPr/>
            <p:nvPr/>
          </p:nvSpPr>
          <p:spPr>
            <a:xfrm>
              <a:off x="0" y="0"/>
              <a:ext cx="685800" cy="685800"/>
            </a:xfrm>
            <a:prstGeom prst="diamond">
              <a:avLst/>
            </a:prstGeom>
            <a:solidFill>
              <a:srgbClr val="D4AF37"/>
            </a:solidFill>
            <a:ln w="9525" cap="flat">
              <a:solidFill>
                <a:srgbClr val="D4AF3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4" name="D"/>
            <p:cNvSpPr txBox="1"/>
            <p:nvPr/>
          </p:nvSpPr>
          <p:spPr>
            <a:xfrm>
              <a:off x="206756" y="88899"/>
              <a:ext cx="272288" cy="508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2800">
                  <a:solidFill>
                    <a:srgbClr val="0A101A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D</a:t>
              </a:r>
            </a:p>
          </p:txBody>
        </p:sp>
      </p:grpSp>
      <p:sp>
        <p:nvSpPr>
          <p:cNvPr id="346" name="TextBox 11"/>
          <p:cNvSpPr txBox="1"/>
          <p:nvPr/>
        </p:nvSpPr>
        <p:spPr>
          <a:xfrm>
            <a:off x="1554480" y="5090159"/>
            <a:ext cx="100584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2200">
                <a:solidFill>
                  <a:srgbClr val="F7F3E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本周，我可以用哪一个具体的行动，服事身边与我看法不同的人，活出同心合意？</a:t>
            </a:r>
          </a:p>
        </p:txBody>
      </p:sp>
      <p:sp>
        <p:nvSpPr>
          <p:cNvPr id="347" name="Rectangle 12"/>
          <p:cNvSpPr/>
          <p:nvPr/>
        </p:nvSpPr>
        <p:spPr>
          <a:xfrm>
            <a:off x="548639" y="5852159"/>
            <a:ext cx="11064242" cy="25401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8" name="TextBox 13"/>
          <p:cNvSpPr txBox="1"/>
          <p:nvPr/>
        </p:nvSpPr>
        <p:spPr>
          <a:xfrm>
            <a:off x="548639" y="5989320"/>
            <a:ext cx="11064242" cy="670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defRPr sz="17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「愿那能照我所传的福音...将你们建立起来...只有一位智慧的神，</a:t>
            </a:r>
          </a:p>
          <a:p>
            <a:pPr>
              <a:lnSpc>
                <a:spcPct val="120000"/>
              </a:lnSpc>
              <a:defRPr sz="1700">
                <a:solidFill>
                  <a:srgbClr val="F3D98C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愿荣耀因耶稣基督归给他，直到永永远远。阿们！」（罗马书 16:25-27）</a:t>
            </a:r>
          </a:p>
        </p:txBody>
      </p:sp>
      <p:grpSp>
        <p:nvGrpSpPr>
          <p:cNvPr id="351" name="Rounded Rectangle 14"/>
          <p:cNvGrpSpPr/>
          <p:nvPr/>
        </p:nvGrpSpPr>
        <p:grpSpPr>
          <a:xfrm>
            <a:off x="11121694" y="6418000"/>
            <a:ext cx="950001" cy="320001"/>
            <a:chOff x="0" y="0"/>
            <a:chExt cx="949999" cy="319999"/>
          </a:xfrm>
        </p:grpSpPr>
        <p:sp>
          <p:nvSpPr>
            <p:cNvPr id="349" name="Rounded Rectangle"/>
            <p:cNvSpPr/>
            <p:nvPr/>
          </p:nvSpPr>
          <p:spPr>
            <a:xfrm>
              <a:off x="0" y="0"/>
              <a:ext cx="950000" cy="320000"/>
            </a:xfrm>
            <a:prstGeom prst="roundRect">
              <a:avLst>
                <a:gd name="adj" fmla="val 50000"/>
              </a:avLst>
            </a:prstGeom>
            <a:solidFill>
              <a:srgbClr val="0A101A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0" name="24 / 24"/>
            <p:cNvSpPr txBox="1"/>
            <p:nvPr/>
          </p:nvSpPr>
          <p:spPr>
            <a:xfrm>
              <a:off x="46861" y="45699"/>
              <a:ext cx="856277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>
                  <a:solidFill>
                    <a:srgbClr val="F3D98C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28 / 28</a:t>
              </a:r>
            </a:p>
          </p:txBody>
        </p:sp>
      </p:grpSp>
      <p:sp>
        <p:nvSpPr>
          <p:cNvPr id="352" name="Outline link">
            <a:hlinkClick r:id="rId3"/>
          </p:cNvPr>
          <p:cNvSpPr/>
          <p:nvPr/>
        </p:nvSpPr>
        <p:spPr>
          <a:xfrm>
            <a:off x="10080253" y="6418000"/>
            <a:ext cx="950001" cy="320001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 w="12700">
            <a:solidFill>
              <a:srgbClr val="F3D98C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3D98C"/>
                </a:solidFill>
                <a:latin typeface="PingFang SC Semibold"/>
              </a:rPr>
              <a:t>大纲 ↗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