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011680"/>
            <a:ext cx="8503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0000"/>
                </a:solidFill>
                <a:latin typeface="KaiTi"/>
              </a:rPr>
              <a:t>信：主耶稣基督血所立的新约</a:t>
            </a:r>
          </a:p>
          <a:p>
            <a:pPr algn="ctr">
              <a:spcBef>
                <a:spcPts val="1400"/>
              </a:spcBef>
            </a:pPr>
            <a:r>
              <a:rPr sz="2400" b="1">
                <a:solidFill>
                  <a:srgbClr val="FF0000"/>
                </a:solidFill>
                <a:latin typeface="Georgia"/>
              </a:rPr>
              <a:t>Faith: The New Covenant in the Blood of the Lord Jesus Christ</a:t>
            </a:r>
          </a:p>
          <a:p>
            <a:pPr algn="ctr">
              <a:spcBef>
                <a:spcPts val="3400"/>
              </a:spcBef>
            </a:pPr>
            <a:r>
              <a:rPr sz="2600">
                <a:solidFill>
                  <a:srgbClr val="FF0000"/>
                </a:solidFill>
                <a:latin typeface="KaiTi"/>
              </a:rPr>
              <a:t>马太福音 26:26-30</a:t>
            </a:r>
          </a:p>
          <a:p>
            <a:pPr algn="ctr">
              <a:spcBef>
                <a:spcPts val="800"/>
              </a:spcBef>
            </a:pPr>
            <a:r>
              <a:rPr sz="2000">
                <a:solidFill>
                  <a:srgbClr val="FF0000"/>
                </a:solidFill>
                <a:latin typeface="Georgia"/>
              </a:rPr>
              <a:t>Matthew 26:26-30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20040"/>
            <a:ext cx="8503920" cy="6035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60"/>
              </a:spcAft>
            </a:pPr>
            <a:r>
              <a:rPr sz="2200" b="1">
                <a:solidFill>
                  <a:srgbClr val="FF0000"/>
                </a:solidFill>
                <a:latin typeface="KaiTi"/>
              </a:rPr>
              <a:t>26 </a:t>
            </a:r>
            <a:r>
              <a:rPr sz="3000">
                <a:solidFill>
                  <a:srgbClr val="FF0000"/>
                </a:solidFill>
                <a:latin typeface="KaiTi"/>
              </a:rPr>
              <a:t>他们吃的时候，耶稣拿起饼来，祝福，就擘开，递给门徒，说：你们拿着吃，这是我的身体；</a:t>
            </a:r>
          </a:p>
          <a:p>
            <a:pPr algn="l">
              <a:lnSpc>
                <a:spcPct val="100000"/>
              </a:lnSpc>
              <a:spcAft>
                <a:spcPts val="660"/>
              </a:spcAft>
            </a:pPr>
            <a:r>
              <a:rPr sz="2200" b="1">
                <a:solidFill>
                  <a:srgbClr val="FF0000"/>
                </a:solidFill>
                <a:latin typeface="KaiTi"/>
              </a:rPr>
              <a:t>27 </a:t>
            </a:r>
            <a:r>
              <a:rPr sz="3000">
                <a:solidFill>
                  <a:srgbClr val="FF0000"/>
                </a:solidFill>
                <a:latin typeface="KaiTi"/>
              </a:rPr>
              <a:t>又拿起杯来，祝谢了，递给他们，说：你们都喝这个；</a:t>
            </a:r>
          </a:p>
          <a:p>
            <a:pPr algn="l">
              <a:lnSpc>
                <a:spcPct val="100000"/>
              </a:lnSpc>
              <a:spcAft>
                <a:spcPts val="660"/>
              </a:spcAft>
            </a:pPr>
            <a:r>
              <a:rPr sz="2200" b="1">
                <a:solidFill>
                  <a:srgbClr val="FF0000"/>
                </a:solidFill>
                <a:latin typeface="KaiTi"/>
              </a:rPr>
              <a:t>28 </a:t>
            </a:r>
            <a:r>
              <a:rPr sz="3000">
                <a:solidFill>
                  <a:srgbClr val="FF0000"/>
                </a:solidFill>
                <a:latin typeface="KaiTi"/>
              </a:rPr>
              <a:t>因为这是我立约的血，为多人流出来，使罪得赦。</a:t>
            </a:r>
          </a:p>
          <a:p>
            <a:pPr algn="l">
              <a:lnSpc>
                <a:spcPct val="100000"/>
              </a:lnSpc>
              <a:spcAft>
                <a:spcPts val="660"/>
              </a:spcAft>
            </a:pPr>
            <a:r>
              <a:rPr sz="2200" b="1">
                <a:solidFill>
                  <a:srgbClr val="FF0000"/>
                </a:solidFill>
                <a:latin typeface="KaiTi"/>
              </a:rPr>
              <a:t>29 </a:t>
            </a:r>
            <a:r>
              <a:rPr sz="3000">
                <a:solidFill>
                  <a:srgbClr val="FF0000"/>
                </a:solidFill>
                <a:latin typeface="KaiTi"/>
              </a:rPr>
              <a:t>但我告诉你们，从今以後，我不再喝这葡萄汁，直到我在我父的国里同你们喝新的那日子。</a:t>
            </a:r>
          </a:p>
          <a:p>
            <a:pPr algn="l">
              <a:lnSpc>
                <a:spcPct val="100000"/>
              </a:lnSpc>
              <a:spcAft>
                <a:spcPts val="660"/>
              </a:spcAft>
            </a:pPr>
            <a:r>
              <a:rPr sz="2200" b="1">
                <a:solidFill>
                  <a:srgbClr val="FF0000"/>
                </a:solidFill>
                <a:latin typeface="KaiTi"/>
              </a:rPr>
              <a:t>30 </a:t>
            </a:r>
            <a:r>
              <a:rPr sz="3000">
                <a:solidFill>
                  <a:srgbClr val="FF0000"/>
                </a:solidFill>
                <a:latin typeface="KaiTi"/>
              </a:rPr>
              <a:t>他们唱了诗，就出来往橄榄山去。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i="1">
                <a:solidFill>
                  <a:srgbClr val="FF0000"/>
                </a:solidFill>
                <a:latin typeface="KaiTi"/>
              </a:rPr>
              <a:t>（马太福音 26:26-30）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20040"/>
            <a:ext cx="8503920" cy="6035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50"/>
              </a:spcAft>
            </a:pPr>
            <a:r>
              <a:rPr sz="2100" b="1">
                <a:solidFill>
                  <a:srgbClr val="FF0000"/>
                </a:solidFill>
                <a:latin typeface="Georgia"/>
              </a:rPr>
              <a:t>26 </a:t>
            </a:r>
            <a:r>
              <a:rPr sz="2500">
                <a:solidFill>
                  <a:srgbClr val="FF0000"/>
                </a:solidFill>
                <a:latin typeface="Georgia"/>
              </a:rPr>
              <a:t>And while they were eating, Jesus having taken the bread, and having blessed, did brake, and was giving to the disciples, and said, `Take, eat, this is my body;'</a:t>
            </a:r>
          </a:p>
          <a:p>
            <a:pPr algn="l">
              <a:lnSpc>
                <a:spcPct val="100000"/>
              </a:lnSpc>
              <a:spcAft>
                <a:spcPts val="550"/>
              </a:spcAft>
            </a:pPr>
            <a:r>
              <a:rPr sz="2100" b="1">
                <a:solidFill>
                  <a:srgbClr val="FF0000"/>
                </a:solidFill>
                <a:latin typeface="Georgia"/>
              </a:rPr>
              <a:t>27 </a:t>
            </a:r>
            <a:r>
              <a:rPr sz="2500">
                <a:solidFill>
                  <a:srgbClr val="FF0000"/>
                </a:solidFill>
                <a:latin typeface="Georgia"/>
              </a:rPr>
              <a:t>and having taken the cup, and having given thanks, he gave to them, saying, `Drink ye of it -- all;</a:t>
            </a:r>
          </a:p>
          <a:p>
            <a:pPr algn="l">
              <a:lnSpc>
                <a:spcPct val="100000"/>
              </a:lnSpc>
              <a:spcAft>
                <a:spcPts val="550"/>
              </a:spcAft>
            </a:pPr>
            <a:r>
              <a:rPr sz="2100" b="1">
                <a:solidFill>
                  <a:srgbClr val="FF0000"/>
                </a:solidFill>
                <a:latin typeface="Georgia"/>
              </a:rPr>
              <a:t>28 </a:t>
            </a:r>
            <a:r>
              <a:rPr sz="2500">
                <a:solidFill>
                  <a:srgbClr val="FF0000"/>
                </a:solidFill>
                <a:latin typeface="Georgia"/>
              </a:rPr>
              <a:t>for this is my blood of the new covenant, that for many is being poured out -- to remission of sins;</a:t>
            </a:r>
          </a:p>
          <a:p>
            <a:pPr algn="l">
              <a:lnSpc>
                <a:spcPct val="100000"/>
              </a:lnSpc>
              <a:spcAft>
                <a:spcPts val="550"/>
              </a:spcAft>
            </a:pPr>
            <a:r>
              <a:rPr sz="2100" b="1">
                <a:solidFill>
                  <a:srgbClr val="FF0000"/>
                </a:solidFill>
                <a:latin typeface="Georgia"/>
              </a:rPr>
              <a:t>29 </a:t>
            </a:r>
            <a:r>
              <a:rPr sz="2500">
                <a:solidFill>
                  <a:srgbClr val="FF0000"/>
                </a:solidFill>
                <a:latin typeface="Georgia"/>
              </a:rPr>
              <a:t>and I say to you, that I may not drink henceforth on this produce of the vine, till that day when I may drink it with you new in the reign of my Father.'</a:t>
            </a:r>
          </a:p>
          <a:p>
            <a:pPr algn="l">
              <a:lnSpc>
                <a:spcPct val="100000"/>
              </a:lnSpc>
              <a:spcAft>
                <a:spcPts val="550"/>
              </a:spcAft>
            </a:pPr>
            <a:r>
              <a:rPr sz="2100" b="1">
                <a:solidFill>
                  <a:srgbClr val="FF0000"/>
                </a:solidFill>
                <a:latin typeface="Georgia"/>
              </a:rPr>
              <a:t>30 </a:t>
            </a:r>
            <a:r>
              <a:rPr sz="2500">
                <a:solidFill>
                  <a:srgbClr val="FF0000"/>
                </a:solidFill>
                <a:latin typeface="Georgia"/>
              </a:rPr>
              <a:t>And having sung a hymn, they went forth to the mount of the Olives;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i="1">
                <a:solidFill>
                  <a:srgbClr val="FF0000"/>
                </a:solidFill>
                <a:latin typeface="Georgia"/>
              </a:rPr>
              <a:t>(Matthew 26:26-30, YLT)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37744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0000"/>
                </a:solidFill>
                <a:latin typeface="KaiTi"/>
              </a:rPr>
              <a:t>你的信心旅程如今如何？</a:t>
            </a:r>
          </a:p>
          <a:p>
            <a:pPr algn="ctr">
              <a:spcBef>
                <a:spcPts val="1800"/>
              </a:spcBef>
            </a:pPr>
            <a:r>
              <a:rPr sz="4800" b="1">
                <a:solidFill>
                  <a:srgbClr val="FF0000"/>
                </a:solidFill>
                <a:latin typeface="KaiTi"/>
              </a:rPr>
              <a:t>你现在在哪一站？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37744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Georgia"/>
              </a:rPr>
              <a:t>How is your faith journey doing?</a:t>
            </a:r>
          </a:p>
          <a:p>
            <a:pPr algn="ctr">
              <a:spcBef>
                <a:spcPts val="1800"/>
              </a:spcBef>
            </a:pPr>
            <a:r>
              <a:rPr sz="3400" b="1">
                <a:solidFill>
                  <a:srgbClr val="FF0000"/>
                </a:solidFill>
                <a:latin typeface="Georgia"/>
              </a:rPr>
              <a:t>Which stop are you in now?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6576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0000"/>
                </a:solidFill>
                <a:latin typeface="KaiTi"/>
              </a:rPr>
              <a:t>信：主耶稣基督血所立的新约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8503920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3200" b="1">
                <a:solidFill>
                  <a:srgbClr val="FF0000"/>
                </a:solidFill>
                <a:latin typeface="KaiTi"/>
              </a:rPr>
              <a:t>1. 信的中心</a:t>
            </a:r>
            <a:r>
              <a:rPr sz="2800" b="0">
                <a:solidFill>
                  <a:srgbClr val="FF0000"/>
                </a:solidFill>
                <a:latin typeface="KaiTi"/>
              </a:rPr>
              <a:t> —— 主耶稣基督</a:t>
            </a:r>
          </a:p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3200" b="1">
                <a:solidFill>
                  <a:srgbClr val="FF0000"/>
                </a:solidFill>
                <a:latin typeface="KaiTi"/>
              </a:rPr>
              <a:t>2. 信的内容</a:t>
            </a:r>
            <a:r>
              <a:rPr sz="2800" b="0">
                <a:solidFill>
                  <a:srgbClr val="FF0000"/>
                </a:solidFill>
                <a:latin typeface="KaiTi"/>
              </a:rPr>
              <a:t> —— 基督的十字架与复活</a:t>
            </a:r>
          </a:p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3200" b="1">
                <a:solidFill>
                  <a:srgbClr val="FF0000"/>
                </a:solidFill>
                <a:latin typeface="KaiTi"/>
              </a:rPr>
              <a:t>3. 信的果效</a:t>
            </a:r>
            <a:r>
              <a:rPr sz="2800" b="0">
                <a:solidFill>
                  <a:srgbClr val="FF0000"/>
                </a:solidFill>
                <a:latin typeface="KaiTi"/>
              </a:rPr>
              <a:t> —— 罪得赦免</a:t>
            </a:r>
          </a:p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3200" b="1">
                <a:solidFill>
                  <a:srgbClr val="FF0000"/>
                </a:solidFill>
                <a:latin typeface="KaiTi"/>
              </a:rPr>
              <a:t>4. 信的完成</a:t>
            </a:r>
            <a:r>
              <a:rPr sz="2800" b="0">
                <a:solidFill>
                  <a:srgbClr val="FF0000"/>
                </a:solidFill>
                <a:latin typeface="KaiTi"/>
              </a:rPr>
              <a:t> —— 直到我们在神的国里同</a:t>
            </a:r>
            <a:r>
              <a:rPr sz="2800" b="1">
                <a:solidFill>
                  <a:srgbClr val="FF0000"/>
                </a:solidFill>
                <a:latin typeface="KaiTi"/>
              </a:rPr>
              <a:t>君王耶稣</a:t>
            </a:r>
            <a:r>
              <a:rPr sz="2800" b="0">
                <a:solidFill>
                  <a:srgbClr val="FF0000"/>
                </a:solidFill>
                <a:latin typeface="KaiTi"/>
              </a:rPr>
              <a:t>喝新的那日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6576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0000"/>
                </a:solidFill>
                <a:latin typeface="Georgia"/>
              </a:rPr>
              <a:t>Faith: The New Covenant in the Blood of the Lord Jesus Christ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8503920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2400" b="1">
                <a:solidFill>
                  <a:srgbClr val="FF0000"/>
                </a:solidFill>
                <a:latin typeface="Georgia"/>
              </a:rPr>
              <a:t>1. Center of Faith</a:t>
            </a:r>
            <a:r>
              <a:rPr sz="2200" b="0">
                <a:solidFill>
                  <a:srgbClr val="FF0000"/>
                </a:solidFill>
                <a:latin typeface="Georgia"/>
              </a:rPr>
              <a:t> — The Lord Jesus Christ</a:t>
            </a:r>
          </a:p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2400" b="1">
                <a:solidFill>
                  <a:srgbClr val="FF0000"/>
                </a:solidFill>
                <a:latin typeface="Georgia"/>
              </a:rPr>
              <a:t>2. Content of Faith</a:t>
            </a:r>
            <a:r>
              <a:rPr sz="2200" b="0">
                <a:solidFill>
                  <a:srgbClr val="FF0000"/>
                </a:solidFill>
                <a:latin typeface="Georgia"/>
              </a:rPr>
              <a:t> — The Cross and Resurrection of Christ</a:t>
            </a:r>
          </a:p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2400" b="1">
                <a:solidFill>
                  <a:srgbClr val="FF0000"/>
                </a:solidFill>
                <a:latin typeface="Georgia"/>
              </a:rPr>
              <a:t>3. Consequence of Faith</a:t>
            </a:r>
            <a:r>
              <a:rPr sz="2200" b="0">
                <a:solidFill>
                  <a:srgbClr val="FF0000"/>
                </a:solidFill>
                <a:latin typeface="Georgia"/>
              </a:rPr>
              <a:t> — The Forgiveness of Sin</a:t>
            </a:r>
          </a:p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2400" b="1">
                <a:solidFill>
                  <a:srgbClr val="FF0000"/>
                </a:solidFill>
                <a:latin typeface="Georgia"/>
              </a:rPr>
              <a:t>4. Consummation of Faith</a:t>
            </a:r>
            <a:r>
              <a:rPr sz="2200" b="0">
                <a:solidFill>
                  <a:srgbClr val="FF0000"/>
                </a:solidFill>
                <a:latin typeface="Georgia"/>
              </a:rPr>
              <a:t> — Until we drink it anew with </a:t>
            </a:r>
            <a:r>
              <a:rPr sz="2200" b="1">
                <a:solidFill>
                  <a:srgbClr val="FF0000"/>
                </a:solidFill>
                <a:latin typeface="Georgia"/>
              </a:rPr>
              <a:t>King Jesus</a:t>
            </a:r>
            <a:r>
              <a:rPr sz="2200" b="0">
                <a:solidFill>
                  <a:srgbClr val="FF0000"/>
                </a:solidFill>
                <a:latin typeface="Georgia"/>
              </a:rPr>
              <a:t> in the Kingdom of God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6576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0000"/>
                </a:solidFill>
                <a:latin typeface="KaiTi"/>
              </a:rPr>
              <a:t>信的果效 — 三、罪得赦免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85039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600"/>
              </a:spcAft>
            </a:pPr>
            <a:r>
              <a:rPr sz="3000" b="1">
                <a:solidFill>
                  <a:srgbClr val="FF0000"/>
                </a:solidFill>
                <a:latin typeface="KaiTi"/>
              </a:rPr>
              <a:t>承 (真理)</a:t>
            </a:r>
            <a:r>
              <a:rPr sz="2600" b="0">
                <a:solidFill>
                  <a:srgbClr val="FF0000"/>
                </a:solidFill>
                <a:latin typeface="KaiTi"/>
              </a:rPr>
              <a:t> —— 罪得赦免</a:t>
            </a:r>
          </a:p>
          <a:p>
            <a:pPr algn="l">
              <a:lnSpc>
                <a:spcPct val="100000"/>
              </a:lnSpc>
              <a:spcAft>
                <a:spcPts val="2600"/>
              </a:spcAft>
            </a:pPr>
            <a:r>
              <a:rPr sz="3000" b="1">
                <a:solidFill>
                  <a:srgbClr val="FF0000"/>
                </a:solidFill>
                <a:latin typeface="KaiTi"/>
              </a:rPr>
              <a:t>委 (自己)</a:t>
            </a:r>
            <a:r>
              <a:rPr sz="2600" b="0">
                <a:solidFill>
                  <a:srgbClr val="FF0000"/>
                </a:solidFill>
                <a:latin typeface="KaiTi"/>
              </a:rPr>
              <a:t> —— 归向耶稣</a:t>
            </a:r>
          </a:p>
          <a:p>
            <a:pPr algn="l">
              <a:lnSpc>
                <a:spcPct val="100000"/>
              </a:lnSpc>
              <a:spcAft>
                <a:spcPts val="2600"/>
              </a:spcAft>
            </a:pPr>
            <a:r>
              <a:rPr sz="3000" b="1">
                <a:solidFill>
                  <a:srgbClr val="FF0000"/>
                </a:solidFill>
                <a:latin typeface="KaiTi"/>
              </a:rPr>
              <a:t>顺 (于神)</a:t>
            </a:r>
            <a:r>
              <a:rPr sz="2600" b="0">
                <a:solidFill>
                  <a:srgbClr val="FF0000"/>
                </a:solidFill>
                <a:latin typeface="KaiTi"/>
              </a:rPr>
              <a:t> —— 于神独生爱子、主耶稣基督的主权</a:t>
            </a:r>
          </a:p>
          <a:p>
            <a:pPr algn="l">
              <a:lnSpc>
                <a:spcPct val="100000"/>
              </a:lnSpc>
              <a:spcAft>
                <a:spcPts val="2600"/>
              </a:spcAft>
            </a:pPr>
            <a:r>
              <a:rPr sz="3000" b="1">
                <a:solidFill>
                  <a:srgbClr val="FF0000"/>
                </a:solidFill>
                <a:latin typeface="KaiTi"/>
              </a:rPr>
              <a:t>传 (从神到人)</a:t>
            </a:r>
            <a:r>
              <a:rPr sz="2600" b="0">
                <a:solidFill>
                  <a:srgbClr val="FF0000"/>
                </a:solidFill>
                <a:latin typeface="KaiTi"/>
              </a:rPr>
              <a:t> —— 藉神的话语、道成肉身的活道，并神的灵，使生命更新变化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6576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0000"/>
                </a:solidFill>
                <a:latin typeface="Georgia"/>
              </a:rPr>
              <a:t>Consequence of Faith — The Forgiveness of Sin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85039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2200" b="1">
                <a:solidFill>
                  <a:srgbClr val="FF0000"/>
                </a:solidFill>
                <a:latin typeface="Georgia"/>
              </a:rPr>
              <a:t>A  Admit (Truth)</a:t>
            </a:r>
            <a:r>
              <a:rPr sz="1900" b="0">
                <a:solidFill>
                  <a:srgbClr val="FF0000"/>
                </a:solidFill>
                <a:latin typeface="Georgia"/>
              </a:rPr>
              <a:t> — the forgiveness of sin</a:t>
            </a:r>
          </a:p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2200" b="1">
                <a:solidFill>
                  <a:srgbClr val="FF0000"/>
                </a:solidFill>
                <a:latin typeface="Georgia"/>
              </a:rPr>
              <a:t>C  Commit (Yourself)</a:t>
            </a:r>
            <a:r>
              <a:rPr sz="1900" b="0">
                <a:solidFill>
                  <a:srgbClr val="FF0000"/>
                </a:solidFill>
                <a:latin typeface="Georgia"/>
              </a:rPr>
              <a:t> — to Jesus</a:t>
            </a:r>
          </a:p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2200" b="1">
                <a:solidFill>
                  <a:srgbClr val="FF0000"/>
                </a:solidFill>
                <a:latin typeface="Georgia"/>
              </a:rPr>
              <a:t>S  Submit (to God)</a:t>
            </a:r>
            <a:r>
              <a:rPr sz="1900" b="0">
                <a:solidFill>
                  <a:srgbClr val="FF0000"/>
                </a:solidFill>
                <a:latin typeface="Georgia"/>
              </a:rPr>
              <a:t> — to the lordship of God's only begotten Son, the Lord Jesus Christ</a:t>
            </a:r>
          </a:p>
          <a:p>
            <a:pPr algn="l">
              <a:lnSpc>
                <a:spcPct val="100000"/>
              </a:lnSpc>
              <a:spcAft>
                <a:spcPts val="2200"/>
              </a:spcAft>
            </a:pPr>
            <a:r>
              <a:rPr sz="2200" b="1">
                <a:solidFill>
                  <a:srgbClr val="FF0000"/>
                </a:solidFill>
                <a:latin typeface="Georgia"/>
              </a:rPr>
              <a:t>T  Transmit (From God to Man)</a:t>
            </a:r>
            <a:r>
              <a:rPr sz="1900" b="0">
                <a:solidFill>
                  <a:srgbClr val="FF0000"/>
                </a:solidFill>
                <a:latin typeface="Georgia"/>
              </a:rPr>
              <a:t> — life transformation via the Word of God, the </a:t>
            </a:r>
            <a:r>
              <a:rPr sz="1900" b="1">
                <a:solidFill>
                  <a:srgbClr val="FF0000"/>
                </a:solidFill>
                <a:latin typeface="Georgia"/>
              </a:rPr>
              <a:t>Living Word of God</a:t>
            </a:r>
            <a:r>
              <a:rPr sz="1900" b="0">
                <a:solidFill>
                  <a:srgbClr val="FF0000"/>
                </a:solidFill>
                <a:latin typeface="Georgia"/>
              </a:rPr>
              <a:t>, and the Spirit of God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0000"/>
                </a:solidFill>
                <a:latin typeface="KaiTi"/>
              </a:rPr>
              <a:t>信：主耶稣基督血所立的新约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85953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FF0000"/>
                </a:solidFill>
                <a:latin typeface="KaiTi"/>
              </a:rPr>
              <a:t>1. 信的中心</a:t>
            </a:r>
            <a:r>
              <a:rPr sz="3100" b="0">
                <a:solidFill>
                  <a:srgbClr val="FF0000"/>
                </a:solidFill>
                <a:latin typeface="KaiTi"/>
              </a:rPr>
              <a:t> —— 主耶稣基督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FF0000"/>
                </a:solidFill>
                <a:latin typeface="KaiTi"/>
              </a:rPr>
              <a:t>2. 信的内容</a:t>
            </a:r>
            <a:r>
              <a:rPr sz="3100" b="0">
                <a:solidFill>
                  <a:srgbClr val="FF0000"/>
                </a:solidFill>
                <a:latin typeface="KaiTi"/>
              </a:rPr>
              <a:t> —— 基督的十字架与复活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FF0000"/>
                </a:solidFill>
                <a:latin typeface="KaiTi"/>
              </a:rPr>
              <a:t>3. 信的果效</a:t>
            </a:r>
            <a:r>
              <a:rPr sz="3100" b="0">
                <a:solidFill>
                  <a:srgbClr val="FF0000"/>
                </a:solidFill>
                <a:latin typeface="KaiTi"/>
              </a:rPr>
              <a:t> —— 罪得赦免</a:t>
            </a:r>
          </a:p>
          <a:p>
            <a:pPr algn="l" lvl="1">
              <a:lnSpc>
                <a:spcPct val="100000"/>
              </a:lnSpc>
              <a:spcAft>
                <a:spcPts val="600"/>
              </a:spcAft>
            </a:pPr>
            <a:r>
              <a:rPr sz="2500" b="0">
                <a:solidFill>
                  <a:srgbClr val="FF0000"/>
                </a:solidFill>
                <a:latin typeface="KaiTi"/>
              </a:rPr>
              <a:t>     承 (真理)</a:t>
            </a:r>
            <a:r>
              <a:rPr sz="2500" b="0">
                <a:solidFill>
                  <a:srgbClr val="FF0000"/>
                </a:solidFill>
                <a:latin typeface="KaiTi"/>
              </a:rPr>
              <a:t> —— 罪得赦免</a:t>
            </a:r>
          </a:p>
          <a:p>
            <a:pPr algn="l" lvl="1">
              <a:lnSpc>
                <a:spcPct val="100000"/>
              </a:lnSpc>
              <a:spcAft>
                <a:spcPts val="600"/>
              </a:spcAft>
            </a:pPr>
            <a:r>
              <a:rPr sz="2500" b="0">
                <a:solidFill>
                  <a:srgbClr val="FF0000"/>
                </a:solidFill>
                <a:latin typeface="KaiTi"/>
              </a:rPr>
              <a:t>     委 (自己)</a:t>
            </a:r>
            <a:r>
              <a:rPr sz="2500" b="0">
                <a:solidFill>
                  <a:srgbClr val="FF0000"/>
                </a:solidFill>
                <a:latin typeface="KaiTi"/>
              </a:rPr>
              <a:t> —— 归向耶稣</a:t>
            </a:r>
          </a:p>
          <a:p>
            <a:pPr algn="l" lvl="1">
              <a:lnSpc>
                <a:spcPct val="100000"/>
              </a:lnSpc>
              <a:spcAft>
                <a:spcPts val="600"/>
              </a:spcAft>
            </a:pPr>
            <a:r>
              <a:rPr sz="2500" b="0">
                <a:solidFill>
                  <a:srgbClr val="FF0000"/>
                </a:solidFill>
                <a:latin typeface="KaiTi"/>
              </a:rPr>
              <a:t>     顺 (于神)</a:t>
            </a:r>
            <a:r>
              <a:rPr sz="2500" b="0">
                <a:solidFill>
                  <a:srgbClr val="FF0000"/>
                </a:solidFill>
                <a:latin typeface="KaiTi"/>
              </a:rPr>
              <a:t> —— 于神独生爱子、主耶稣基督的主权</a:t>
            </a:r>
          </a:p>
          <a:p>
            <a:pPr algn="l" lvl="1">
              <a:lnSpc>
                <a:spcPct val="100000"/>
              </a:lnSpc>
              <a:spcAft>
                <a:spcPts val="600"/>
              </a:spcAft>
            </a:pPr>
            <a:r>
              <a:rPr sz="2500" b="0">
                <a:solidFill>
                  <a:srgbClr val="FF0000"/>
                </a:solidFill>
                <a:latin typeface="KaiTi"/>
              </a:rPr>
              <a:t>     传 (从神到人)</a:t>
            </a:r>
            <a:r>
              <a:rPr sz="2500" b="0">
                <a:solidFill>
                  <a:srgbClr val="FF0000"/>
                </a:solidFill>
                <a:latin typeface="KaiTi"/>
              </a:rPr>
              <a:t> —— 使生命更新变化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>
                <a:solidFill>
                  <a:srgbClr val="FF0000"/>
                </a:solidFill>
                <a:latin typeface="KaiTi"/>
              </a:rPr>
              <a:t>4. 信的完成</a:t>
            </a:r>
            <a:r>
              <a:rPr sz="3100" b="0">
                <a:solidFill>
                  <a:srgbClr val="FF0000"/>
                </a:solidFill>
                <a:latin typeface="KaiTi"/>
              </a:rPr>
              <a:t> —— 直到我们在神的国里同</a:t>
            </a:r>
            <a:r>
              <a:rPr sz="3100" b="1">
                <a:solidFill>
                  <a:srgbClr val="FF0000"/>
                </a:solidFill>
                <a:latin typeface="KaiTi"/>
              </a:rPr>
              <a:t>君王耶稣</a:t>
            </a:r>
            <a:r>
              <a:rPr sz="3100" b="0">
                <a:solidFill>
                  <a:srgbClr val="FF0000"/>
                </a:solidFill>
                <a:latin typeface="KaiTi"/>
              </a:rPr>
              <a:t>喝新的那日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0000"/>
                </a:solidFill>
                <a:latin typeface="Georgia"/>
              </a:rPr>
              <a:t>Faith: The New Covenant in the Blood of the Lord Jesus Christ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0000"/>
                </a:solidFill>
                <a:latin typeface="Georgia"/>
              </a:rPr>
              <a:t>1. Center of Faith</a:t>
            </a:r>
            <a:r>
              <a:rPr sz="2600" b="0">
                <a:solidFill>
                  <a:srgbClr val="FF0000"/>
                </a:solidFill>
                <a:latin typeface="Georgia"/>
              </a:rPr>
              <a:t> — The Lord Jesus Christ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0000"/>
                </a:solidFill>
                <a:latin typeface="Georgia"/>
              </a:rPr>
              <a:t>2. Content of Faith</a:t>
            </a:r>
            <a:r>
              <a:rPr sz="2600" b="0">
                <a:solidFill>
                  <a:srgbClr val="FF0000"/>
                </a:solidFill>
                <a:latin typeface="Georgia"/>
              </a:rPr>
              <a:t> — The Cross and Resurrection of Christ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0000"/>
                </a:solidFill>
                <a:latin typeface="Georgia"/>
              </a:rPr>
              <a:t>3. Consequence of Faith</a:t>
            </a:r>
            <a:r>
              <a:rPr sz="2600" b="0">
                <a:solidFill>
                  <a:srgbClr val="FF0000"/>
                </a:solidFill>
                <a:latin typeface="Georgia"/>
              </a:rPr>
              <a:t> — The Forgiveness of Sin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100" b="0">
                <a:solidFill>
                  <a:srgbClr val="FF0000"/>
                </a:solidFill>
                <a:latin typeface="Georgia"/>
              </a:rPr>
              <a:t>     A  Admit (Truth)</a:t>
            </a:r>
            <a:r>
              <a:rPr sz="2100" b="0">
                <a:solidFill>
                  <a:srgbClr val="FF0000"/>
                </a:solidFill>
                <a:latin typeface="Georgia"/>
              </a:rPr>
              <a:t> — the forgiveness of sin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100" b="0">
                <a:solidFill>
                  <a:srgbClr val="FF0000"/>
                </a:solidFill>
                <a:latin typeface="Georgia"/>
              </a:rPr>
              <a:t>     C  Commit (Yourself)</a:t>
            </a:r>
            <a:r>
              <a:rPr sz="2100" b="0">
                <a:solidFill>
                  <a:srgbClr val="FF0000"/>
                </a:solidFill>
                <a:latin typeface="Georgia"/>
              </a:rPr>
              <a:t> — to Jesus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100" b="0">
                <a:solidFill>
                  <a:srgbClr val="FF0000"/>
                </a:solidFill>
                <a:latin typeface="Georgia"/>
              </a:rPr>
              <a:t>     S  Submit (to God)</a:t>
            </a:r>
            <a:r>
              <a:rPr sz="2100" b="0">
                <a:solidFill>
                  <a:srgbClr val="FF0000"/>
                </a:solidFill>
                <a:latin typeface="Georgia"/>
              </a:rPr>
              <a:t> — to the lordship of God's Son, the Lord Jesus Christ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100" b="0">
                <a:solidFill>
                  <a:srgbClr val="FF0000"/>
                </a:solidFill>
                <a:latin typeface="Georgia"/>
              </a:rPr>
              <a:t>     T  Transmit (From God to Man)</a:t>
            </a:r>
            <a:r>
              <a:rPr sz="2100" b="0">
                <a:solidFill>
                  <a:srgbClr val="FF0000"/>
                </a:solidFill>
                <a:latin typeface="Georgia"/>
              </a:rPr>
              <a:t> — life transformation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0000"/>
                </a:solidFill>
                <a:latin typeface="Georgia"/>
              </a:rPr>
              <a:t>4. Consummation of Faith</a:t>
            </a:r>
            <a:r>
              <a:rPr sz="2600" b="0">
                <a:solidFill>
                  <a:srgbClr val="FF0000"/>
                </a:solidFill>
                <a:latin typeface="Georgia"/>
              </a:rPr>
              <a:t> — Until we drink it anew with </a:t>
            </a:r>
            <a:r>
              <a:rPr sz="2600" b="1">
                <a:solidFill>
                  <a:srgbClr val="FF0000"/>
                </a:solidFill>
                <a:latin typeface="Georgia"/>
              </a:rPr>
              <a:t>King Jesus</a:t>
            </a:r>
            <a:r>
              <a:rPr sz="2600" b="0">
                <a:solidFill>
                  <a:srgbClr val="FF0000"/>
                </a:solidFill>
                <a:latin typeface="Georgia"/>
              </a:rPr>
              <a:t> in the Kingdom of God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090_export.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20040"/>
            <a:ext cx="8503920" cy="6035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82"/>
              </a:spcAft>
            </a:pPr>
            <a:r>
              <a:rPr sz="2200" b="1">
                <a:solidFill>
                  <a:srgbClr val="FF0000"/>
                </a:solidFill>
                <a:latin typeface="KaiTi"/>
              </a:rPr>
              <a:t>1 </a:t>
            </a:r>
            <a:r>
              <a:rPr sz="3100">
                <a:solidFill>
                  <a:srgbClr val="FF0000"/>
                </a:solidFill>
                <a:latin typeface="KaiTi"/>
              </a:rPr>
              <a:t>神既在古时藉着众先知多次多方的晓谕列祖，</a:t>
            </a:r>
          </a:p>
          <a:p>
            <a:pPr algn="l">
              <a:lnSpc>
                <a:spcPct val="100000"/>
              </a:lnSpc>
              <a:spcAft>
                <a:spcPts val="682"/>
              </a:spcAft>
            </a:pPr>
            <a:r>
              <a:rPr sz="2200" b="1">
                <a:solidFill>
                  <a:srgbClr val="FF0000"/>
                </a:solidFill>
                <a:latin typeface="KaiTi"/>
              </a:rPr>
              <a:t>2 </a:t>
            </a:r>
            <a:r>
              <a:rPr sz="3100">
                <a:solidFill>
                  <a:srgbClr val="FF0000"/>
                </a:solidFill>
                <a:latin typeface="KaiTi"/>
              </a:rPr>
              <a:t>就在这末世藉着他儿子晓谕我们；又早已立他为承受万有的，也曾藉着他创造诸世界。</a:t>
            </a:r>
          </a:p>
          <a:p>
            <a:pPr algn="l">
              <a:lnSpc>
                <a:spcPct val="100000"/>
              </a:lnSpc>
              <a:spcAft>
                <a:spcPts val="682"/>
              </a:spcAft>
            </a:pPr>
            <a:r>
              <a:rPr sz="2200" b="1">
                <a:solidFill>
                  <a:srgbClr val="FF0000"/>
                </a:solidFill>
                <a:latin typeface="KaiTi"/>
              </a:rPr>
              <a:t>3 </a:t>
            </a:r>
            <a:r>
              <a:rPr sz="3100">
                <a:solidFill>
                  <a:srgbClr val="FF0000"/>
                </a:solidFill>
                <a:latin typeface="KaiTi"/>
              </a:rPr>
              <a:t>他是神荣耀所发的光辉，是神本体的真像，常用他权能的命令托住万有。他洗净了人的罪，就坐在高天至大者的右边。</a:t>
            </a:r>
          </a:p>
          <a:p>
            <a:pPr algn="l">
              <a:lnSpc>
                <a:spcPct val="100000"/>
              </a:lnSpc>
              <a:spcAft>
                <a:spcPts val="682"/>
              </a:spcAft>
            </a:pPr>
            <a:r>
              <a:rPr sz="2200" b="1">
                <a:solidFill>
                  <a:srgbClr val="FF0000"/>
                </a:solidFill>
                <a:latin typeface="KaiTi"/>
              </a:rPr>
              <a:t>4 </a:t>
            </a:r>
            <a:r>
              <a:rPr sz="3100">
                <a:solidFill>
                  <a:srgbClr val="FF0000"/>
                </a:solidFill>
                <a:latin typeface="KaiTi"/>
              </a:rPr>
              <a:t>他所承受的名，既比天使的名更尊贵，就远超过天使。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i="1">
                <a:solidFill>
                  <a:srgbClr val="FF0000"/>
                </a:solidFill>
                <a:latin typeface="KaiTi"/>
              </a:rPr>
              <a:t>（希伯来书 1:1-4）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20040"/>
            <a:ext cx="8503920" cy="6035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50"/>
              </a:spcAft>
            </a:pPr>
            <a:r>
              <a:rPr sz="2100" b="1">
                <a:solidFill>
                  <a:srgbClr val="FF0000"/>
                </a:solidFill>
                <a:latin typeface="Georgia"/>
              </a:rPr>
              <a:t>1 </a:t>
            </a:r>
            <a:r>
              <a:rPr sz="2500">
                <a:solidFill>
                  <a:srgbClr val="FF0000"/>
                </a:solidFill>
                <a:latin typeface="Georgia"/>
              </a:rPr>
              <a:t>In many parts, and many ways, God of old having spoken to the fathers in the prophets,</a:t>
            </a:r>
          </a:p>
          <a:p>
            <a:pPr algn="l">
              <a:lnSpc>
                <a:spcPct val="100000"/>
              </a:lnSpc>
              <a:spcAft>
                <a:spcPts val="550"/>
              </a:spcAft>
            </a:pPr>
            <a:r>
              <a:rPr sz="2100" b="1">
                <a:solidFill>
                  <a:srgbClr val="FF0000"/>
                </a:solidFill>
                <a:latin typeface="Georgia"/>
              </a:rPr>
              <a:t>2 </a:t>
            </a:r>
            <a:r>
              <a:rPr sz="2500">
                <a:solidFill>
                  <a:srgbClr val="FF0000"/>
                </a:solidFill>
                <a:latin typeface="Georgia"/>
              </a:rPr>
              <a:t>in these last days did speak to us in a Son, whom He appointed heir of all things, through whom also He did make the ages;</a:t>
            </a:r>
          </a:p>
          <a:p>
            <a:pPr algn="l">
              <a:lnSpc>
                <a:spcPct val="100000"/>
              </a:lnSpc>
              <a:spcAft>
                <a:spcPts val="550"/>
              </a:spcAft>
            </a:pPr>
            <a:r>
              <a:rPr sz="2100" b="1">
                <a:solidFill>
                  <a:srgbClr val="FF0000"/>
                </a:solidFill>
                <a:latin typeface="Georgia"/>
              </a:rPr>
              <a:t>3 </a:t>
            </a:r>
            <a:r>
              <a:rPr sz="2500">
                <a:solidFill>
                  <a:srgbClr val="FF0000"/>
                </a:solidFill>
                <a:latin typeface="Georgia"/>
              </a:rPr>
              <a:t>who being the brightness of the glory, and the impress of His subsistence, bearing up also the all things by the saying of his might -- through himself having made a cleansing of our sins, sat down at the right hand of the greatness in the highest,</a:t>
            </a:r>
          </a:p>
          <a:p>
            <a:pPr algn="l">
              <a:lnSpc>
                <a:spcPct val="100000"/>
              </a:lnSpc>
              <a:spcAft>
                <a:spcPts val="550"/>
              </a:spcAft>
            </a:pPr>
            <a:r>
              <a:rPr sz="2100" b="1">
                <a:solidFill>
                  <a:srgbClr val="FF0000"/>
                </a:solidFill>
                <a:latin typeface="Georgia"/>
              </a:rPr>
              <a:t>4 </a:t>
            </a:r>
            <a:r>
              <a:rPr sz="2500">
                <a:solidFill>
                  <a:srgbClr val="FF0000"/>
                </a:solidFill>
                <a:latin typeface="Georgia"/>
              </a:rPr>
              <a:t>having become so much better than the messengers, as he did inherit a more excellent name than they.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i="1">
                <a:solidFill>
                  <a:srgbClr val="FF0000"/>
                </a:solidFill>
                <a:latin typeface="Georgia"/>
              </a:rPr>
              <a:t>(Hebrews 1:1-4, YLT)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20040"/>
            <a:ext cx="8503920" cy="6035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902"/>
              </a:spcAft>
            </a:pPr>
            <a:r>
              <a:rPr sz="3000" b="1">
                <a:solidFill>
                  <a:srgbClr val="FF0000"/>
                </a:solidFill>
                <a:latin typeface="KaiTi"/>
              </a:rPr>
              <a:t>20 </a:t>
            </a:r>
            <a:r>
              <a:rPr sz="4100">
                <a:solidFill>
                  <a:srgbClr val="FF0000"/>
                </a:solidFill>
                <a:latin typeface="KaiTi"/>
              </a:rPr>
              <a:t>但愿赐平安的神，就是那凭永约之血、使群羊的大牧人─我主耶稣从死里复活的神，</a:t>
            </a:r>
          </a:p>
          <a:p>
            <a:pPr algn="l">
              <a:lnSpc>
                <a:spcPct val="100000"/>
              </a:lnSpc>
              <a:spcAft>
                <a:spcPts val="902"/>
              </a:spcAft>
            </a:pPr>
            <a:r>
              <a:rPr sz="3000" b="1">
                <a:solidFill>
                  <a:srgbClr val="FF0000"/>
                </a:solidFill>
                <a:latin typeface="KaiTi"/>
              </a:rPr>
              <a:t>21 </a:t>
            </a:r>
            <a:r>
              <a:rPr sz="4100">
                <a:solidFill>
                  <a:srgbClr val="FF0000"/>
                </a:solidFill>
                <a:latin typeface="KaiTi"/>
              </a:rPr>
              <a:t>在各样善事上成全你们，叫你们遵行他的旨意；又藉着耶稣基督在你们心里行他所喜悦的事。愿荣耀归给他，直到永永远远。阿们！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i="1">
                <a:solidFill>
                  <a:srgbClr val="FF0000"/>
                </a:solidFill>
                <a:latin typeface="KaiTi"/>
              </a:rPr>
              <a:t>（希伯来书 13:20-21）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20040"/>
            <a:ext cx="8503920" cy="6035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48"/>
              </a:spcAft>
            </a:pPr>
            <a:r>
              <a:rPr sz="2900" b="1">
                <a:solidFill>
                  <a:srgbClr val="FF0000"/>
                </a:solidFill>
                <a:latin typeface="Georgia"/>
              </a:rPr>
              <a:t>20 </a:t>
            </a:r>
            <a:r>
              <a:rPr sz="3400">
                <a:solidFill>
                  <a:srgbClr val="FF0000"/>
                </a:solidFill>
                <a:latin typeface="Georgia"/>
              </a:rPr>
              <a:t>And the God of the peace, who did bring up out of the dead the great shepherd of the sheep -- in the blood of an age-during covenant -- our Lord Jesus,</a:t>
            </a:r>
          </a:p>
          <a:p>
            <a:pPr algn="l">
              <a:lnSpc>
                <a:spcPct val="100000"/>
              </a:lnSpc>
              <a:spcAft>
                <a:spcPts val="748"/>
              </a:spcAft>
            </a:pPr>
            <a:r>
              <a:rPr sz="2900" b="1">
                <a:solidFill>
                  <a:srgbClr val="FF0000"/>
                </a:solidFill>
                <a:latin typeface="Georgia"/>
              </a:rPr>
              <a:t>21 </a:t>
            </a:r>
            <a:r>
              <a:rPr sz="3400">
                <a:solidFill>
                  <a:srgbClr val="FF0000"/>
                </a:solidFill>
                <a:latin typeface="Georgia"/>
              </a:rPr>
              <a:t>make you perfect in every good work to do His will, doing in you that which is well-pleasing before Him, through Jesus Christ, to whom [is] the glory -- to the ages of the ages! Amen.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i="1">
                <a:solidFill>
                  <a:srgbClr val="FF0000"/>
                </a:solidFill>
                <a:latin typeface="Georgia"/>
              </a:rPr>
              <a:t>(Hebrews 13:20-21, YLT)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20040"/>
            <a:ext cx="8503920" cy="6035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94"/>
              </a:spcAft>
            </a:pPr>
            <a:r>
              <a:rPr sz="1900" b="1">
                <a:solidFill>
                  <a:srgbClr val="FF0000"/>
                </a:solidFill>
                <a:latin typeface="KaiTi"/>
              </a:rPr>
              <a:t>1 </a:t>
            </a:r>
            <a:r>
              <a:rPr sz="2700">
                <a:solidFill>
                  <a:srgbClr val="FF0000"/>
                </a:solidFill>
                <a:latin typeface="KaiTi"/>
              </a:rPr>
              <a:t>（大卫的诗。）耶和华是我的牧者，我必不致缺乏。</a:t>
            </a:r>
          </a:p>
          <a:p>
            <a:pPr algn="l">
              <a:lnSpc>
                <a:spcPct val="100000"/>
              </a:lnSpc>
              <a:spcAft>
                <a:spcPts val="594"/>
              </a:spcAft>
            </a:pPr>
            <a:r>
              <a:rPr sz="1900" b="1">
                <a:solidFill>
                  <a:srgbClr val="FF0000"/>
                </a:solidFill>
                <a:latin typeface="KaiTi"/>
              </a:rPr>
              <a:t>2 </a:t>
            </a:r>
            <a:r>
              <a:rPr sz="2700">
                <a:solidFill>
                  <a:srgbClr val="FF0000"/>
                </a:solidFill>
                <a:latin typeface="KaiTi"/>
              </a:rPr>
              <a:t>他使我躺卧在青草地上，领我在可安歇的水边。</a:t>
            </a:r>
          </a:p>
          <a:p>
            <a:pPr algn="l">
              <a:lnSpc>
                <a:spcPct val="100000"/>
              </a:lnSpc>
              <a:spcAft>
                <a:spcPts val="594"/>
              </a:spcAft>
            </a:pPr>
            <a:r>
              <a:rPr sz="1900" b="1">
                <a:solidFill>
                  <a:srgbClr val="FF0000"/>
                </a:solidFill>
                <a:latin typeface="KaiTi"/>
              </a:rPr>
              <a:t>3 </a:t>
            </a:r>
            <a:r>
              <a:rPr sz="2700">
                <a:solidFill>
                  <a:srgbClr val="FF0000"/>
                </a:solidFill>
                <a:latin typeface="KaiTi"/>
              </a:rPr>
              <a:t>他使我的灵魂苏醒，为自己的名引导我走义路。</a:t>
            </a:r>
          </a:p>
          <a:p>
            <a:pPr algn="l">
              <a:lnSpc>
                <a:spcPct val="100000"/>
              </a:lnSpc>
              <a:spcAft>
                <a:spcPts val="594"/>
              </a:spcAft>
            </a:pPr>
            <a:r>
              <a:rPr sz="1900" b="1">
                <a:solidFill>
                  <a:srgbClr val="FF0000"/>
                </a:solidFill>
                <a:latin typeface="KaiTi"/>
              </a:rPr>
              <a:t>4 </a:t>
            </a:r>
            <a:r>
              <a:rPr sz="2700">
                <a:solidFill>
                  <a:srgbClr val="FF0000"/>
                </a:solidFill>
                <a:latin typeface="KaiTi"/>
              </a:rPr>
              <a:t>我虽然行过死荫的幽谷，也不怕遭害，因为你与我同在；你的杖，你的竿，都安慰我。</a:t>
            </a:r>
          </a:p>
          <a:p>
            <a:pPr algn="l">
              <a:lnSpc>
                <a:spcPct val="100000"/>
              </a:lnSpc>
              <a:spcAft>
                <a:spcPts val="594"/>
              </a:spcAft>
            </a:pPr>
            <a:r>
              <a:rPr sz="1900" b="1">
                <a:solidFill>
                  <a:srgbClr val="FF0000"/>
                </a:solidFill>
                <a:latin typeface="KaiTi"/>
              </a:rPr>
              <a:t>5 </a:t>
            </a:r>
            <a:r>
              <a:rPr sz="2700">
                <a:solidFill>
                  <a:srgbClr val="FF0000"/>
                </a:solidFill>
                <a:latin typeface="KaiTi"/>
              </a:rPr>
              <a:t>在我敌人面前，你为我摆设筵席；你用油膏了我的头，使我的福杯满溢。</a:t>
            </a:r>
          </a:p>
          <a:p>
            <a:pPr algn="l">
              <a:lnSpc>
                <a:spcPct val="100000"/>
              </a:lnSpc>
              <a:spcAft>
                <a:spcPts val="594"/>
              </a:spcAft>
            </a:pPr>
            <a:r>
              <a:rPr sz="1900" b="1">
                <a:solidFill>
                  <a:srgbClr val="FF0000"/>
                </a:solidFill>
                <a:latin typeface="KaiTi"/>
              </a:rPr>
              <a:t>6 </a:t>
            </a:r>
            <a:r>
              <a:rPr sz="2700">
                <a:solidFill>
                  <a:srgbClr val="FF0000"/>
                </a:solidFill>
                <a:latin typeface="KaiTi"/>
              </a:rPr>
              <a:t>我一生一世必有恩惠慈爱随着我；我且要住在耶和华的殿中，直到永远。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i="1">
                <a:solidFill>
                  <a:srgbClr val="FF0000"/>
                </a:solidFill>
                <a:latin typeface="KaiTi"/>
              </a:rPr>
              <a:t>（诗篇 23篇）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320040"/>
            <a:ext cx="8503920" cy="6035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5"/>
              </a:spcAft>
            </a:pPr>
            <a:r>
              <a:rPr sz="2000" b="1">
                <a:solidFill>
                  <a:srgbClr val="FF0000"/>
                </a:solidFill>
                <a:latin typeface="Georgia"/>
              </a:rPr>
              <a:t>1 </a:t>
            </a:r>
            <a:r>
              <a:rPr sz="2300">
                <a:solidFill>
                  <a:srgbClr val="FF0000"/>
                </a:solidFill>
                <a:latin typeface="Georgia"/>
              </a:rPr>
              <a:t>A Psalm of David. Jehovah [is] my shepherd, I do not lack,</a:t>
            </a:r>
          </a:p>
          <a:p>
            <a:pPr algn="l">
              <a:lnSpc>
                <a:spcPct val="100000"/>
              </a:lnSpc>
              <a:spcAft>
                <a:spcPts val="505"/>
              </a:spcAft>
            </a:pPr>
            <a:r>
              <a:rPr sz="2000" b="1">
                <a:solidFill>
                  <a:srgbClr val="FF0000"/>
                </a:solidFill>
                <a:latin typeface="Georgia"/>
              </a:rPr>
              <a:t>2 </a:t>
            </a:r>
            <a:r>
              <a:rPr sz="2300">
                <a:solidFill>
                  <a:srgbClr val="FF0000"/>
                </a:solidFill>
                <a:latin typeface="Georgia"/>
              </a:rPr>
              <a:t>In pastures of tender grass He causeth me to lie down, By quiet waters He doth lead me.</a:t>
            </a:r>
          </a:p>
          <a:p>
            <a:pPr algn="l">
              <a:lnSpc>
                <a:spcPct val="100000"/>
              </a:lnSpc>
              <a:spcAft>
                <a:spcPts val="505"/>
              </a:spcAft>
            </a:pPr>
            <a:r>
              <a:rPr sz="2000" b="1">
                <a:solidFill>
                  <a:srgbClr val="FF0000"/>
                </a:solidFill>
                <a:latin typeface="Georgia"/>
              </a:rPr>
              <a:t>3 </a:t>
            </a:r>
            <a:r>
              <a:rPr sz="2300">
                <a:solidFill>
                  <a:srgbClr val="FF0000"/>
                </a:solidFill>
                <a:latin typeface="Georgia"/>
              </a:rPr>
              <a:t>My soul He refresheth, He leadeth me in paths of righteousness, For His name's sake,</a:t>
            </a:r>
          </a:p>
          <a:p>
            <a:pPr algn="l">
              <a:lnSpc>
                <a:spcPct val="100000"/>
              </a:lnSpc>
              <a:spcAft>
                <a:spcPts val="505"/>
              </a:spcAft>
            </a:pPr>
            <a:r>
              <a:rPr sz="2000" b="1">
                <a:solidFill>
                  <a:srgbClr val="FF0000"/>
                </a:solidFill>
                <a:latin typeface="Georgia"/>
              </a:rPr>
              <a:t>4 </a:t>
            </a:r>
            <a:r>
              <a:rPr sz="2300">
                <a:solidFill>
                  <a:srgbClr val="FF0000"/>
                </a:solidFill>
                <a:latin typeface="Georgia"/>
              </a:rPr>
              <a:t>Also -- when I walk in a valley of death-shade, I fear no evil, for Thou [art] with me, Thy rod and Thy staff -- they comfort me.</a:t>
            </a:r>
          </a:p>
          <a:p>
            <a:pPr algn="l">
              <a:lnSpc>
                <a:spcPct val="100000"/>
              </a:lnSpc>
              <a:spcAft>
                <a:spcPts val="505"/>
              </a:spcAft>
            </a:pPr>
            <a:r>
              <a:rPr sz="2000" b="1">
                <a:solidFill>
                  <a:srgbClr val="FF0000"/>
                </a:solidFill>
                <a:latin typeface="Georgia"/>
              </a:rPr>
              <a:t>5 </a:t>
            </a:r>
            <a:r>
              <a:rPr sz="2300">
                <a:solidFill>
                  <a:srgbClr val="FF0000"/>
                </a:solidFill>
                <a:latin typeface="Georgia"/>
              </a:rPr>
              <a:t>Thou arrangest before me a table, Over-against my adversaries, Thou hast anointed with oil my head, My cup is full!</a:t>
            </a:r>
          </a:p>
          <a:p>
            <a:pPr algn="l">
              <a:lnSpc>
                <a:spcPct val="100000"/>
              </a:lnSpc>
              <a:spcAft>
                <a:spcPts val="505"/>
              </a:spcAft>
            </a:pPr>
            <a:r>
              <a:rPr sz="2000" b="1">
                <a:solidFill>
                  <a:srgbClr val="FF0000"/>
                </a:solidFill>
                <a:latin typeface="Georgia"/>
              </a:rPr>
              <a:t>6 </a:t>
            </a:r>
            <a:r>
              <a:rPr sz="2300">
                <a:solidFill>
                  <a:srgbClr val="FF0000"/>
                </a:solidFill>
                <a:latin typeface="Georgia"/>
              </a:rPr>
              <a:t>Only -- goodness and kindness pursue me, All the days of my life, And my dwelling [is] in the house of Jehovah, For a length of days!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i="1">
                <a:solidFill>
                  <a:srgbClr val="FF0000"/>
                </a:solidFill>
                <a:latin typeface="Georgia"/>
              </a:rPr>
              <a:t>(Psalm 23, YLT)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