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72" r:id="rId4"/>
    <p:sldId id="269" r:id="rId5"/>
    <p:sldId id="259" r:id="rId6"/>
    <p:sldId id="268" r:id="rId7"/>
    <p:sldId id="270" r:id="rId8"/>
    <p:sldId id="260" r:id="rId9"/>
    <p:sldId id="264" r:id="rId10"/>
    <p:sldId id="263" r:id="rId11"/>
    <p:sldId id="261" r:id="rId12"/>
    <p:sldId id="271" r:id="rId13"/>
    <p:sldId id="266" r:id="rId14"/>
    <p:sldId id="267" r:id="rId15"/>
    <p:sldId id="273" r:id="rId16"/>
    <p:sldId id="274" r:id="rId17"/>
    <p:sldId id="275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-1648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5E95-0978-C140-8C1F-05A821E66C3A}" type="datetimeFigureOut">
              <a:rPr lang="en-US" smtClean="0"/>
              <a:t>9/7/24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DA1F7-5F49-834B-85F4-F72DA107E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8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5E95-0978-C140-8C1F-05A821E66C3A}" type="datetimeFigureOut">
              <a:rPr lang="en-US" smtClean="0"/>
              <a:t>9/7/24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DA1F7-5F49-834B-85F4-F72DA107E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15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5E95-0978-C140-8C1F-05A821E66C3A}" type="datetimeFigureOut">
              <a:rPr lang="en-US" smtClean="0"/>
              <a:t>9/7/24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DA1F7-5F49-834B-85F4-F72DA107E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279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5E95-0978-C140-8C1F-05A821E66C3A}" type="datetimeFigureOut">
              <a:rPr lang="en-US" smtClean="0"/>
              <a:t>9/7/24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DA1F7-5F49-834B-85F4-F72DA107E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70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5E95-0978-C140-8C1F-05A821E66C3A}" type="datetimeFigureOut">
              <a:rPr lang="en-US" smtClean="0"/>
              <a:t>9/7/24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DA1F7-5F49-834B-85F4-F72DA107E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612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5E95-0978-C140-8C1F-05A821E66C3A}" type="datetimeFigureOut">
              <a:rPr lang="en-US" smtClean="0"/>
              <a:t>9/7/24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DA1F7-5F49-834B-85F4-F72DA107E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813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5E95-0978-C140-8C1F-05A821E66C3A}" type="datetimeFigureOut">
              <a:rPr lang="en-US" smtClean="0"/>
              <a:t>9/7/24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DA1F7-5F49-834B-85F4-F72DA107E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801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5E95-0978-C140-8C1F-05A821E66C3A}" type="datetimeFigureOut">
              <a:rPr lang="en-US" smtClean="0"/>
              <a:t>9/7/24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DA1F7-5F49-834B-85F4-F72DA107E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42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5E95-0978-C140-8C1F-05A821E66C3A}" type="datetimeFigureOut">
              <a:rPr lang="en-US" smtClean="0"/>
              <a:t>9/7/24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DA1F7-5F49-834B-85F4-F72DA107E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345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5E95-0978-C140-8C1F-05A821E66C3A}" type="datetimeFigureOut">
              <a:rPr lang="en-US" smtClean="0"/>
              <a:t>9/7/24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DA1F7-5F49-834B-85F4-F72DA107E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711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5E95-0978-C140-8C1F-05A821E66C3A}" type="datetimeFigureOut">
              <a:rPr lang="en-US" smtClean="0"/>
              <a:t>9/7/24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DA1F7-5F49-834B-85F4-F72DA107E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89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15E95-0978-C140-8C1F-05A821E66C3A}" type="datetimeFigureOut">
              <a:rPr lang="en-US" smtClean="0"/>
              <a:t>9/7/24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DA1F7-5F49-834B-85F4-F72DA107E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710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04625"/>
            <a:ext cx="7772400" cy="66081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zh-TW" altLang="en-US" sz="8000" b="1" dirty="0" smtClean="0"/>
              <a:t>被圣灵充满</a:t>
            </a:r>
            <a:r>
              <a:rPr lang="en-US" altLang="zh-TW" b="1" dirty="0" smtClean="0"/>
              <a:t/>
            </a:r>
            <a:br>
              <a:rPr lang="en-US" altLang="zh-TW" b="1" dirty="0" smtClean="0"/>
            </a:br>
            <a:r>
              <a:rPr lang="en-US" altLang="zh-TW" b="1" dirty="0" smtClean="0"/>
              <a:t/>
            </a:r>
            <a:br>
              <a:rPr lang="en-US" altLang="zh-TW" b="1" dirty="0" smtClean="0"/>
            </a:br>
            <a:r>
              <a:rPr lang="zh-CHT" altLang="en-US" dirty="0" smtClean="0">
                <a:solidFill>
                  <a:srgbClr val="0000FF"/>
                </a:solidFill>
              </a:rPr>
              <a:t>不 </a:t>
            </a:r>
            <a:r>
              <a:rPr lang="zh-CHT" altLang="en-US" dirty="0" smtClean="0">
                <a:solidFill>
                  <a:srgbClr val="0000FF"/>
                </a:solidFill>
              </a:rPr>
              <a:t>要 醉 酒 ， 酒 能 使 人 放 蕩 ； 乃 要 被 聖 靈 充 滿 。</a:t>
            </a:r>
            <a:r>
              <a:rPr lang="zh-CHT" altLang="en-US" sz="2000" dirty="0" smtClean="0"/>
              <a:t>以 弗 所 書 </a:t>
            </a:r>
            <a:r>
              <a:rPr lang="en-US" altLang="zh-CHT" sz="2000" dirty="0" smtClean="0"/>
              <a:t>5</a:t>
            </a:r>
            <a:r>
              <a:rPr lang="en-US" sz="2000" dirty="0" smtClean="0"/>
              <a:t>:18</a:t>
            </a:r>
            <a:r>
              <a:rPr lang="zh-CHT" altLang="en-US" sz="2000" dirty="0" smtClean="0"/>
              <a:t/>
            </a:r>
            <a:br>
              <a:rPr lang="zh-CHT" altLang="en-US" sz="2000" dirty="0" smtClean="0"/>
            </a:b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0013" y="4173759"/>
            <a:ext cx="6400800" cy="1752600"/>
          </a:xfrm>
        </p:spPr>
        <p:txBody>
          <a:bodyPr>
            <a:normAutofit fontScale="92500" lnSpcReduction="20000"/>
          </a:bodyPr>
          <a:lstStyle/>
          <a:p>
            <a:pPr marL="742950" indent="-742950" algn="l">
              <a:buFont typeface="+mj-lt"/>
              <a:buAutoNum type="arabicPeriod"/>
            </a:pPr>
            <a:r>
              <a:rPr lang="zh-TW" altLang="en-US" sz="4000" b="1" dirty="0" smtClean="0">
                <a:solidFill>
                  <a:srgbClr val="800000"/>
                </a:solidFill>
              </a:rPr>
              <a:t>圣灵充满</a:t>
            </a:r>
            <a:r>
              <a:rPr lang="en-US" altLang="zh-TW" sz="4000" b="1" dirty="0" smtClean="0">
                <a:solidFill>
                  <a:srgbClr val="800000"/>
                </a:solidFill>
              </a:rPr>
              <a:t> </a:t>
            </a:r>
            <a:r>
              <a:rPr lang="en-US" sz="4000" b="1" i="0" dirty="0" smtClean="0">
                <a:solidFill>
                  <a:srgbClr val="800000"/>
                </a:solidFill>
                <a:latin typeface="ＭＳ ゴシック"/>
                <a:ea typeface="ＭＳ ゴシック"/>
                <a:cs typeface="ＭＳ ゴシック"/>
              </a:rPr>
              <a:t>≠</a:t>
            </a:r>
            <a:r>
              <a:rPr lang="zh-TW" altLang="en-US" sz="4000" b="1" dirty="0" smtClean="0">
                <a:solidFill>
                  <a:srgbClr val="800000"/>
                </a:solidFill>
              </a:rPr>
              <a:t>圣灵內住</a:t>
            </a:r>
            <a:endParaRPr lang="en-US" altLang="zh-TW" sz="4000" b="1" dirty="0" smtClean="0">
              <a:solidFill>
                <a:srgbClr val="800000"/>
              </a:solidFill>
            </a:endParaRPr>
          </a:p>
          <a:p>
            <a:pPr marL="742950" indent="-742950" algn="l">
              <a:buFont typeface="+mj-lt"/>
              <a:buAutoNum type="arabicPeriod"/>
            </a:pPr>
            <a:r>
              <a:rPr lang="zh-TW" altLang="en-US" sz="4000" b="1" dirty="0" smtClean="0">
                <a:solidFill>
                  <a:srgbClr val="800000"/>
                </a:solidFill>
              </a:rPr>
              <a:t>被圣灵充满的先决条件</a:t>
            </a:r>
            <a:endParaRPr lang="en-US" altLang="zh-TW" sz="4000" b="1" dirty="0">
              <a:solidFill>
                <a:srgbClr val="800000"/>
              </a:solidFill>
            </a:endParaRPr>
          </a:p>
          <a:p>
            <a:pPr marL="742950" indent="-742950" algn="l">
              <a:buFont typeface="+mj-lt"/>
              <a:buAutoNum type="arabicPeriod"/>
            </a:pPr>
            <a:r>
              <a:rPr lang="zh-TW" altLang="en-US" sz="4000" b="1" dirty="0" smtClean="0">
                <a:solidFill>
                  <a:srgbClr val="800000"/>
                </a:solidFill>
              </a:rPr>
              <a:t>被圣灵充满的结果</a:t>
            </a:r>
            <a:endParaRPr lang="en-US" altLang="zh-TW" sz="4000" b="1" dirty="0" smtClean="0">
              <a:solidFill>
                <a:srgbClr val="800000"/>
              </a:solidFill>
            </a:endParaRPr>
          </a:p>
          <a:p>
            <a:endParaRPr lang="en-US" altLang="zh-TW" b="1" dirty="0" smtClean="0"/>
          </a:p>
          <a:p>
            <a:endParaRPr lang="en-US" altLang="zh-TW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7778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"/>
            <a:ext cx="9232666" cy="6647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TW" dirty="0" smtClean="0"/>
          </a:p>
          <a:p>
            <a:r>
              <a:rPr lang="en-US" altLang="zh-TW" sz="4000" b="1" dirty="0" smtClean="0"/>
              <a:t>1.		</a:t>
            </a:r>
            <a:r>
              <a:rPr lang="zh-TW" altLang="en-US" sz="4000" b="1" dirty="0" smtClean="0"/>
              <a:t>圣灵充满</a:t>
            </a:r>
            <a:r>
              <a:rPr lang="en-US" altLang="zh-TW" sz="4000" b="1" dirty="0" smtClean="0"/>
              <a:t> 	</a:t>
            </a:r>
            <a:r>
              <a:rPr lang="en-US" sz="4000" b="1" i="0" dirty="0" smtClean="0">
                <a:latin typeface="ＭＳ ゴシック"/>
                <a:ea typeface="ＭＳ ゴシック"/>
                <a:cs typeface="ＭＳ ゴシック"/>
              </a:rPr>
              <a:t>≠ </a:t>
            </a:r>
            <a:r>
              <a:rPr lang="zh-TW" altLang="en-US" sz="4000" b="1" dirty="0" smtClean="0"/>
              <a:t>圣灵內住</a:t>
            </a:r>
            <a:endParaRPr lang="en-US" altLang="zh-TW" sz="4000" b="1" dirty="0"/>
          </a:p>
          <a:p>
            <a:endParaRPr lang="en-US" altLang="zh-TW" sz="3200" dirty="0" smtClean="0"/>
          </a:p>
          <a:p>
            <a:pPr marL="285750" indent="-285750">
              <a:buFont typeface="Arial"/>
              <a:buChar char="•"/>
            </a:pPr>
            <a:r>
              <a:rPr lang="zh-TW" altLang="en-US" sz="2800" dirty="0" smtClean="0"/>
              <a:t>圣灵住在每个信徒里面（约翰福音 </a:t>
            </a:r>
            <a:r>
              <a:rPr lang="en-US" altLang="zh-TW" sz="2800" dirty="0" smtClean="0"/>
              <a:t>14</a:t>
            </a:r>
            <a:r>
              <a:rPr lang="zh-TW" altLang="en-US" sz="2800" dirty="0" smtClean="0"/>
              <a:t>：</a:t>
            </a:r>
            <a:r>
              <a:rPr lang="en-US" altLang="zh-TW" sz="2800" dirty="0" smtClean="0"/>
              <a:t>16-17; </a:t>
            </a:r>
            <a:r>
              <a:rPr lang="zh-TW" altLang="en-US" sz="2800" dirty="0" smtClean="0"/>
              <a:t>弗</a:t>
            </a:r>
            <a:r>
              <a:rPr lang="en-US" altLang="zh-TW" sz="2800" dirty="0" smtClean="0"/>
              <a:t>1:13</a:t>
            </a:r>
            <a:r>
              <a:rPr lang="zh-TW" altLang="en-US" sz="2800" dirty="0" smtClean="0"/>
              <a:t>）</a:t>
            </a:r>
            <a:endParaRPr lang="en-US" altLang="zh-TW" sz="2800" dirty="0"/>
          </a:p>
          <a:p>
            <a:endParaRPr lang="en-US" altLang="zh-TW" sz="2800" dirty="0" smtClean="0"/>
          </a:p>
          <a:p>
            <a:pPr marL="285750" indent="-285750">
              <a:buFont typeface="Arial"/>
              <a:buChar char="•"/>
            </a:pPr>
            <a:r>
              <a:rPr lang="zh-TW" altLang="en-US" sz="2800" dirty="0" smtClean="0"/>
              <a:t>但神卻又劝勉我们要被圣灵充满（弗</a:t>
            </a:r>
            <a:r>
              <a:rPr lang="en-US" altLang="zh-TW" sz="2800" dirty="0" smtClean="0"/>
              <a:t>5</a:t>
            </a:r>
            <a:r>
              <a:rPr lang="zh-TW" altLang="en-US" sz="2800" dirty="0" smtClean="0"/>
              <a:t>：</a:t>
            </a:r>
            <a:r>
              <a:rPr lang="en-US" altLang="zh-TW" sz="2800" dirty="0" smtClean="0"/>
              <a:t>18</a:t>
            </a:r>
            <a:r>
              <a:rPr lang="zh-TW" altLang="en-US" sz="2800" dirty="0" smtClean="0"/>
              <a:t>）</a:t>
            </a:r>
            <a:endParaRPr lang="en-US" altLang="zh-TW" sz="2800" dirty="0" smtClean="0"/>
          </a:p>
          <a:p>
            <a:endParaRPr lang="en-US" altLang="zh-TW" sz="2800" dirty="0" smtClean="0"/>
          </a:p>
          <a:p>
            <a:pPr marL="285750" indent="-285750">
              <a:buFont typeface="Arial"/>
              <a:buChar char="•"/>
            </a:pPr>
            <a:r>
              <a:rPr lang="zh-TW" altLang="en-US" sz="2800" dirty="0" smtClean="0"/>
              <a:t>但圣灵可能住</a:t>
            </a:r>
            <a:r>
              <a:rPr lang="en-US" altLang="zh-TW" sz="2800" dirty="0" smtClean="0"/>
              <a:t>(reside) </a:t>
            </a:r>
            <a:r>
              <a:rPr lang="zh-TW" altLang="en-US" sz="2800" dirty="0" smtClean="0"/>
              <a:t>在</a:t>
            </a:r>
            <a:r>
              <a:rPr lang="zh-TW" altLang="en-US" sz="2800" dirty="0" smtClean="0"/>
              <a:t>我</a:t>
            </a:r>
            <a:r>
              <a:rPr lang="zh-TW" altLang="en-US" sz="2800" dirty="0" smtClean="0"/>
              <a:t>的生</a:t>
            </a:r>
            <a:r>
              <a:rPr lang="zh-TW" altLang="en-US" sz="2800" dirty="0" smtClean="0"/>
              <a:t>命中，而不</a:t>
            </a:r>
            <a:r>
              <a:rPr lang="zh-TW" altLang="en-US" sz="2800" dirty="0" smtClean="0"/>
              <a:t>是在</a:t>
            </a:r>
            <a:r>
              <a:rPr lang="zh-TW" altLang="en-US" sz="2800" dirty="0" smtClean="0"/>
              <a:t>我</a:t>
            </a:r>
            <a:r>
              <a:rPr lang="zh-TW" altLang="en-US" sz="2800" dirty="0" smtClean="0"/>
              <a:t>的生命中</a:t>
            </a:r>
            <a:r>
              <a:rPr lang="zh-TW" altLang="en-US" sz="2800" dirty="0" smtClean="0"/>
              <a:t>作</a:t>
            </a:r>
            <a:r>
              <a:rPr lang="zh-TW" altLang="en-US" sz="2800" dirty="0" smtClean="0"/>
              <a:t>主宰</a:t>
            </a:r>
            <a:r>
              <a:rPr lang="en-US" altLang="zh-TW" sz="2800" dirty="0" smtClean="0"/>
              <a:t> </a:t>
            </a:r>
            <a:r>
              <a:rPr lang="en-US" altLang="zh-TW" sz="2800" dirty="0" smtClean="0"/>
              <a:t>(preside)</a:t>
            </a:r>
            <a:r>
              <a:rPr lang="zh-TW" altLang="en-US" sz="2800" dirty="0" smtClean="0"/>
              <a:t>。</a:t>
            </a:r>
            <a:endParaRPr lang="en-US" altLang="zh-TW" sz="2800" dirty="0" smtClean="0"/>
          </a:p>
          <a:p>
            <a:pPr marL="285750" indent="-285750">
              <a:buFont typeface="Arial"/>
              <a:buChar char="•"/>
            </a:pPr>
            <a:endParaRPr lang="en-US" altLang="zh-TW" sz="2800" dirty="0"/>
          </a:p>
          <a:p>
            <a:pPr marL="285750" indent="-285750">
              <a:buFont typeface="Arial"/>
              <a:buChar char="•"/>
            </a:pPr>
            <a:r>
              <a:rPr lang="zh-TW" altLang="en-US" sz="2800" dirty="0" smtClean="0"/>
              <a:t>祂</a:t>
            </a:r>
            <a:r>
              <a:rPr lang="zh-TW" altLang="en-US" sz="2800" dirty="0" smtClean="0"/>
              <a:t>可能</a:t>
            </a:r>
            <a:r>
              <a:rPr lang="zh-TW" altLang="en-US" sz="2800" dirty="0" smtClean="0"/>
              <a:t>是居民</a:t>
            </a:r>
            <a:r>
              <a:rPr lang="en-US" altLang="zh-TW" sz="2800" dirty="0" smtClean="0"/>
              <a:t> (resident)</a:t>
            </a:r>
            <a:r>
              <a:rPr lang="zh-TW" altLang="en-US" sz="2800" dirty="0" smtClean="0"/>
              <a:t>，</a:t>
            </a:r>
            <a:r>
              <a:rPr lang="zh-TW" altLang="en-US" sz="2800" dirty="0" smtClean="0"/>
              <a:t>但</a:t>
            </a:r>
            <a:r>
              <a:rPr lang="zh-TW" altLang="en-US" sz="2800" dirty="0" smtClean="0"/>
              <a:t>祂</a:t>
            </a:r>
            <a:r>
              <a:rPr lang="zh-TW" altLang="en-US" sz="2800" dirty="0" smtClean="0"/>
              <a:t>不是总统</a:t>
            </a:r>
            <a:r>
              <a:rPr lang="en-US" altLang="zh-TW" sz="2800" dirty="0" smtClean="0"/>
              <a:t> </a:t>
            </a:r>
            <a:r>
              <a:rPr lang="en-US" altLang="zh-TW" sz="2800" dirty="0" smtClean="0"/>
              <a:t>(president)</a:t>
            </a:r>
            <a:r>
              <a:rPr lang="zh-TW" altLang="en-US" sz="2800" dirty="0" smtClean="0"/>
              <a:t>。</a:t>
            </a:r>
            <a:endParaRPr lang="en-US" altLang="zh-TW" sz="2800" dirty="0" smtClean="0"/>
          </a:p>
          <a:p>
            <a:endParaRPr lang="en-US" altLang="zh-TW" sz="2800" dirty="0"/>
          </a:p>
          <a:p>
            <a:pPr marL="342900" indent="-342900">
              <a:buFont typeface="Arial"/>
              <a:buChar char="•"/>
            </a:pPr>
            <a:r>
              <a:rPr lang="zh-TW" altLang="en-US" sz="2800" dirty="0" smtClean="0"/>
              <a:t>当我们順服祂对我們的生活的主權時，祂会</a:t>
            </a:r>
            <a:r>
              <a:rPr lang="zh-TW" altLang="en-US" sz="2800" dirty="0"/>
              <a:t>越来越多地用祂自己來充满我们</a:t>
            </a:r>
            <a:r>
              <a:rPr lang="zh-TW" altLang="en-US" sz="2800" dirty="0" smtClean="0"/>
              <a:t>（</a:t>
            </a:r>
            <a:r>
              <a:rPr lang="zh-TW" altLang="en-US" sz="2800" dirty="0" smtClean="0"/>
              <a:t>路 </a:t>
            </a:r>
            <a:r>
              <a:rPr lang="en-US" altLang="zh-TW" sz="2800" dirty="0" smtClean="0"/>
              <a:t>11</a:t>
            </a:r>
            <a:r>
              <a:rPr lang="zh-TW" altLang="en-US" sz="2800" dirty="0" smtClean="0"/>
              <a:t>：</a:t>
            </a:r>
            <a:r>
              <a:rPr lang="en-US" altLang="zh-TW" sz="2800" dirty="0" smtClean="0"/>
              <a:t>13</a:t>
            </a:r>
            <a:r>
              <a:rPr lang="zh-TW" altLang="en-US" sz="2800" dirty="0" smtClean="0"/>
              <a:t>）。</a:t>
            </a:r>
            <a:endParaRPr lang="en-US" altLang="zh-TW" sz="2800" dirty="0" smtClean="0"/>
          </a:p>
          <a:p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4700857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"/>
            <a:ext cx="9232666" cy="6463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TW" dirty="0" smtClean="0"/>
          </a:p>
          <a:p>
            <a:r>
              <a:rPr lang="en-US" altLang="zh-TW" sz="4000" b="1" dirty="0" smtClean="0"/>
              <a:t>1.		</a:t>
            </a:r>
            <a:r>
              <a:rPr lang="zh-TW" altLang="en-US" sz="4000" b="1" dirty="0" smtClean="0"/>
              <a:t>圣灵充满</a:t>
            </a:r>
            <a:r>
              <a:rPr lang="en-US" altLang="zh-TW" sz="4000" b="1" dirty="0" smtClean="0"/>
              <a:t> 	</a:t>
            </a:r>
            <a:r>
              <a:rPr lang="en-US" sz="4000" b="1" i="0" dirty="0" smtClean="0">
                <a:latin typeface="ＭＳ ゴシック"/>
                <a:ea typeface="ＭＳ ゴシック"/>
                <a:cs typeface="ＭＳ ゴシック"/>
              </a:rPr>
              <a:t>≠ </a:t>
            </a:r>
            <a:r>
              <a:rPr lang="zh-TW" altLang="en-US" sz="4000" b="1" dirty="0" smtClean="0"/>
              <a:t>圣灵內住</a:t>
            </a:r>
            <a:endParaRPr lang="en-US" altLang="zh-TW" sz="4000" b="1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sz="3200" dirty="0" smtClean="0"/>
              <a:t>当</a:t>
            </a:r>
            <a:r>
              <a:rPr lang="zh-TW" altLang="en-US" sz="3200" dirty="0" smtClean="0"/>
              <a:t>我們</a:t>
            </a:r>
            <a:r>
              <a:rPr lang="zh-TW" altLang="en-US" sz="3200" dirty="0" smtClean="0"/>
              <a:t>有意识</a:t>
            </a:r>
            <a:r>
              <a:rPr lang="en-US" altLang="zh-TW" sz="3200" dirty="0" smtClean="0"/>
              <a:t> </a:t>
            </a:r>
            <a:r>
              <a:rPr lang="zh-TW" altLang="en-US" sz="3200" dirty="0" smtClean="0"/>
              <a:t>地认识到圣灵</a:t>
            </a:r>
            <a:r>
              <a:rPr lang="zh-TW" altLang="en-US" sz="3200" dirty="0" smtClean="0"/>
              <a:t>的主權時，祂才會完全地管理着每一个细节。</a:t>
            </a:r>
          </a:p>
          <a:p>
            <a:endParaRPr lang="zh-TW" altLang="en-US" sz="3200" dirty="0" smtClean="0"/>
          </a:p>
          <a:p>
            <a:r>
              <a:rPr lang="zh-TW" altLang="en-US" sz="3200" dirty="0" smtClean="0"/>
              <a:t>希腊原文是進行式的</a:t>
            </a:r>
            <a:r>
              <a:rPr lang="en-US" altLang="zh-TW" sz="3200" dirty="0" smtClean="0"/>
              <a:t> 	progressive – keep on being filled</a:t>
            </a:r>
            <a:r>
              <a:rPr lang="zh-TW" altLang="en-US" sz="3200" dirty="0" smtClean="0"/>
              <a:t>。充满必须是</a:t>
            </a:r>
            <a:r>
              <a:rPr lang="zh-TW" altLang="en-US" sz="3200" b="1" dirty="0" smtClean="0"/>
              <a:t>恒常</a:t>
            </a:r>
            <a:r>
              <a:rPr lang="zh-TW" altLang="en-US" sz="3200" dirty="0" smtClean="0"/>
              <a:t>和连续的</a:t>
            </a:r>
            <a:r>
              <a:rPr lang="zh-TW" altLang="en-US" sz="3200" dirty="0" smtClean="0"/>
              <a:t>。</a:t>
            </a:r>
            <a:endParaRPr lang="en-US" altLang="zh-TW" sz="3200" dirty="0" smtClean="0"/>
          </a:p>
          <a:p>
            <a:endParaRPr lang="en-US" altLang="zh-TW" sz="3200" dirty="0" smtClean="0"/>
          </a:p>
          <a:p>
            <a:r>
              <a:rPr lang="zh-TW" altLang="en-US" sz="3200" dirty="0" smtClean="0"/>
              <a:t>彼得</a:t>
            </a:r>
            <a:r>
              <a:rPr lang="en-US" altLang="zh-TW" sz="3200" dirty="0" smtClean="0"/>
              <a:t> </a:t>
            </a:r>
            <a:r>
              <a:rPr lang="zh-TW" altLang="en-US" sz="3200" dirty="0" smtClean="0"/>
              <a:t>在</a:t>
            </a:r>
            <a:r>
              <a:rPr lang="en-US" altLang="zh-TW" sz="3200" dirty="0" smtClean="0"/>
              <a:t> </a:t>
            </a:r>
            <a:r>
              <a:rPr lang="zh-TW" altLang="en-US" sz="3200" dirty="0" smtClean="0"/>
              <a:t>使</a:t>
            </a:r>
            <a:r>
              <a:rPr lang="en-US" altLang="zh-TW" sz="3200" dirty="0" smtClean="0"/>
              <a:t>2</a:t>
            </a:r>
            <a:r>
              <a:rPr lang="zh-TW" altLang="en-US" sz="3200" dirty="0" smtClean="0"/>
              <a:t>章</a:t>
            </a:r>
            <a:r>
              <a:rPr lang="en-US" altLang="zh-TW" sz="3200" dirty="0" smtClean="0"/>
              <a:t>4</a:t>
            </a:r>
            <a:r>
              <a:rPr lang="zh-TW" altLang="en-US" sz="3200" dirty="0" smtClean="0"/>
              <a:t>节、</a:t>
            </a:r>
            <a:r>
              <a:rPr lang="zh-TW" altLang="en-US" sz="3200" dirty="0" smtClean="0"/>
              <a:t>使</a:t>
            </a:r>
            <a:r>
              <a:rPr lang="en-US" altLang="zh-TW" sz="3200" dirty="0" smtClean="0"/>
              <a:t>4</a:t>
            </a:r>
            <a:r>
              <a:rPr lang="zh-TW" altLang="en-US" sz="3200" dirty="0" smtClean="0"/>
              <a:t>章</a:t>
            </a:r>
            <a:r>
              <a:rPr lang="en-US" altLang="zh-TW" sz="3200" dirty="0" smtClean="0"/>
              <a:t>8</a:t>
            </a:r>
            <a:r>
              <a:rPr lang="zh-TW" altLang="en-US" sz="3200" dirty="0" smtClean="0"/>
              <a:t>节</a:t>
            </a:r>
            <a:r>
              <a:rPr lang="en-US" altLang="zh-TW" sz="3200" dirty="0" smtClean="0"/>
              <a:t> </a:t>
            </a:r>
            <a:r>
              <a:rPr lang="zh-TW" altLang="en-US" sz="3200" dirty="0"/>
              <a:t>、</a:t>
            </a:r>
            <a:r>
              <a:rPr lang="zh-TW" altLang="en-US" sz="3200" dirty="0" smtClean="0"/>
              <a:t>和</a:t>
            </a:r>
            <a:r>
              <a:rPr lang="zh-TW" altLang="en-US" sz="3200" dirty="0"/>
              <a:t>使</a:t>
            </a:r>
            <a:r>
              <a:rPr lang="en-US" altLang="zh-TW" sz="3200" dirty="0" smtClean="0"/>
              <a:t>4</a:t>
            </a:r>
            <a:r>
              <a:rPr lang="zh-TW" altLang="en-US" sz="3200" dirty="0" smtClean="0"/>
              <a:t>章</a:t>
            </a:r>
            <a:r>
              <a:rPr lang="en-US" altLang="zh-TW" sz="3200" dirty="0" smtClean="0"/>
              <a:t>31</a:t>
            </a:r>
            <a:r>
              <a:rPr lang="zh-TW" altLang="en-US" sz="3200" dirty="0" smtClean="0"/>
              <a:t>节</a:t>
            </a:r>
            <a:r>
              <a:rPr lang="en-US" altLang="zh-TW" sz="3200" dirty="0" smtClean="0"/>
              <a:t> </a:t>
            </a:r>
            <a:r>
              <a:rPr lang="en-US" altLang="zh-TW" sz="3200" dirty="0" smtClean="0"/>
              <a:t>  </a:t>
            </a:r>
            <a:r>
              <a:rPr lang="en-US" altLang="en-US" sz="3200" dirty="0" smtClean="0"/>
              <a:t>多次 </a:t>
            </a:r>
            <a:r>
              <a:rPr lang="zh-TW" altLang="en-US" sz="3200" dirty="0" smtClean="0"/>
              <a:t>被圣灵充满</a:t>
            </a:r>
            <a:r>
              <a:rPr lang="zh-TW" altLang="en-US" sz="3200" dirty="0" smtClean="0"/>
              <a:t>。</a:t>
            </a:r>
            <a:endParaRPr lang="en-US" altLang="zh-TW" sz="3200" dirty="0" smtClean="0"/>
          </a:p>
          <a:p>
            <a:endParaRPr lang="en-US" altLang="zh-TW" sz="3200" dirty="0"/>
          </a:p>
          <a:p>
            <a:r>
              <a:rPr lang="zh-TW" altLang="en-US" sz="3200" b="1" dirty="0" smtClean="0"/>
              <a:t>每一天</a:t>
            </a:r>
            <a:r>
              <a:rPr lang="zh-TW" altLang="en-US" sz="3200" dirty="0" smtClean="0"/>
              <a:t>都需要新的充满。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6476163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3999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0150" lvl="1" indent="-742950">
              <a:buFont typeface="+mj-lt"/>
              <a:buAutoNum type="arabicPeriod"/>
            </a:pPr>
            <a:r>
              <a:rPr lang="zh-TW" altLang="en-US" sz="4000" b="1" dirty="0" smtClean="0">
                <a:solidFill>
                  <a:schemeClr val="bg1">
                    <a:lumMod val="75000"/>
                  </a:schemeClr>
                </a:solidFill>
              </a:rPr>
              <a:t>圣灵充满</a:t>
            </a:r>
            <a:r>
              <a:rPr lang="en-US" altLang="zh-TW" sz="4000" b="1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4000" b="1" i="0" dirty="0" smtClean="0">
                <a:solidFill>
                  <a:schemeClr val="bg1">
                    <a:lumMod val="75000"/>
                  </a:schemeClr>
                </a:solidFill>
                <a:latin typeface="ＭＳ ゴシック"/>
                <a:ea typeface="ＭＳ ゴシック"/>
                <a:cs typeface="ＭＳ ゴシック"/>
              </a:rPr>
              <a:t>≠</a:t>
            </a:r>
            <a:r>
              <a:rPr lang="zh-TW" altLang="en-US" sz="4000" b="1" dirty="0" smtClean="0">
                <a:solidFill>
                  <a:schemeClr val="bg1">
                    <a:lumMod val="75000"/>
                  </a:schemeClr>
                </a:solidFill>
              </a:rPr>
              <a:t>圣灵內住</a:t>
            </a:r>
            <a:endParaRPr lang="en-US" altLang="zh-TW" sz="4000" b="1" dirty="0">
              <a:solidFill>
                <a:schemeClr val="bg1">
                  <a:lumMod val="75000"/>
                </a:schemeClr>
              </a:solidFill>
            </a:endParaRPr>
          </a:p>
          <a:p>
            <a:pPr marL="1200150" lvl="1" indent="-742950">
              <a:buFont typeface="+mj-lt"/>
              <a:buAutoNum type="arabicPeriod"/>
            </a:pPr>
            <a:r>
              <a:rPr lang="zh-TW" altLang="en-US" sz="4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被圣灵充满的先决条件</a:t>
            </a:r>
            <a:endParaRPr lang="en-US" altLang="zh-TW" sz="4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485900" lvl="4" indent="-571500">
              <a:buFont typeface="Arial"/>
              <a:buChar char="•"/>
            </a:pPr>
            <a:r>
              <a:rPr lang="zh-TW" altLang="en-US" sz="3600" b="1" dirty="0" smtClean="0"/>
              <a:t>神的應許</a:t>
            </a:r>
            <a:endParaRPr lang="en-US" altLang="zh-TW" sz="3600" b="1" dirty="0" smtClean="0"/>
          </a:p>
          <a:p>
            <a:pPr marL="914400" lvl="4"/>
            <a:endParaRPr lang="en-US" altLang="zh-TW" sz="3600" b="1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1371600" lvl="5"/>
            <a:r>
              <a:rPr lang="zh-CHT" altLang="en-US" sz="3600" dirty="0"/>
              <a:t>因 為 我 要 將 水 澆 灌 口 渴 的 人 ， 將 河 澆 灌 乾 旱 之 地 。 我 要 將 我 的 靈 澆 灌 你 的 後 裔 ， 將 我 的 福 澆 灌 你 的 子 孫 。</a:t>
            </a:r>
            <a:r>
              <a:rPr lang="en-US" altLang="zh-CHT" sz="3600" dirty="0"/>
              <a:t>(</a:t>
            </a:r>
            <a:r>
              <a:rPr lang="zh-TW" altLang="en-US" sz="3600" dirty="0"/>
              <a:t>以赛亚书 </a:t>
            </a:r>
            <a:r>
              <a:rPr lang="en-US" altLang="zh-TW" sz="3600" dirty="0"/>
              <a:t>44</a:t>
            </a:r>
            <a:r>
              <a:rPr lang="zh-TW" altLang="en-US" sz="3600" dirty="0"/>
              <a:t>：</a:t>
            </a:r>
            <a:r>
              <a:rPr lang="en-US" altLang="zh-TW" sz="3600" dirty="0"/>
              <a:t>3</a:t>
            </a:r>
            <a:r>
              <a:rPr lang="zh-TW" altLang="en-US" sz="3600" dirty="0" smtClean="0"/>
              <a:t>）</a:t>
            </a:r>
            <a:endParaRPr lang="en-US" altLang="zh-CHT" sz="3600" dirty="0"/>
          </a:p>
        </p:txBody>
      </p:sp>
    </p:spTree>
    <p:extLst>
      <p:ext uri="{BB962C8B-B14F-4D97-AF65-F5344CB8AC3E}">
        <p14:creationId xmlns:p14="http://schemas.microsoft.com/office/powerpoint/2010/main" val="28798976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8443256" cy="68634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0150" lvl="1" indent="-742950">
              <a:buFont typeface="+mj-lt"/>
              <a:buAutoNum type="arabicPeriod"/>
            </a:pPr>
            <a:r>
              <a:rPr lang="zh-TW" altLang="en-US" sz="4000" b="1" dirty="0" smtClean="0">
                <a:solidFill>
                  <a:schemeClr val="bg1">
                    <a:lumMod val="75000"/>
                  </a:schemeClr>
                </a:solidFill>
              </a:rPr>
              <a:t>圣灵充满</a:t>
            </a:r>
            <a:r>
              <a:rPr lang="en-US" altLang="zh-TW" sz="4000" b="1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4000" b="1" i="0" dirty="0" smtClean="0">
                <a:solidFill>
                  <a:schemeClr val="bg1">
                    <a:lumMod val="75000"/>
                  </a:schemeClr>
                </a:solidFill>
                <a:latin typeface="ＭＳ ゴシック"/>
                <a:ea typeface="ＭＳ ゴシック"/>
                <a:cs typeface="ＭＳ ゴシック"/>
              </a:rPr>
              <a:t>≠</a:t>
            </a:r>
            <a:r>
              <a:rPr lang="zh-TW" altLang="en-US" sz="4000" b="1" dirty="0" smtClean="0">
                <a:solidFill>
                  <a:schemeClr val="bg1">
                    <a:lumMod val="75000"/>
                  </a:schemeClr>
                </a:solidFill>
              </a:rPr>
              <a:t>圣灵內住</a:t>
            </a:r>
            <a:endParaRPr lang="en-US" altLang="zh-TW" sz="4000" b="1" dirty="0">
              <a:solidFill>
                <a:schemeClr val="bg1">
                  <a:lumMod val="75000"/>
                </a:schemeClr>
              </a:solidFill>
            </a:endParaRPr>
          </a:p>
          <a:p>
            <a:pPr marL="1200150" lvl="1" indent="-742950">
              <a:buFont typeface="+mj-lt"/>
              <a:buAutoNum type="arabicPeriod"/>
            </a:pPr>
            <a:r>
              <a:rPr lang="zh-TW" altLang="en-US" sz="4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被圣灵充满的先决条件</a:t>
            </a:r>
            <a:endParaRPr lang="en-US" altLang="zh-TW" sz="4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371600" lvl="2" indent="-457200">
              <a:buFont typeface="Arial"/>
              <a:buChar char="•"/>
            </a:pPr>
            <a:r>
              <a:rPr lang="zh-TW" altLang="en-US" sz="3600" b="1" dirty="0" smtClean="0">
                <a:solidFill>
                  <a:schemeClr val="bg1">
                    <a:lumMod val="75000"/>
                  </a:schemeClr>
                </a:solidFill>
              </a:rPr>
              <a:t>神的應許</a:t>
            </a:r>
            <a:endParaRPr lang="en-US" altLang="zh-TW" sz="3600" b="1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371600" lvl="2" indent="-457200">
              <a:buFont typeface="Arial"/>
              <a:buChar char="•"/>
            </a:pPr>
            <a:r>
              <a:rPr lang="zh-TW" altLang="en-US" sz="3600" b="1" dirty="0" smtClean="0"/>
              <a:t>圣灵內</a:t>
            </a:r>
            <a:r>
              <a:rPr lang="zh-TW" altLang="en-US" sz="3600" b="1" dirty="0"/>
              <a:t>住</a:t>
            </a:r>
            <a:endParaRPr lang="en-US" sz="3600" b="1" dirty="0" smtClean="0"/>
          </a:p>
          <a:p>
            <a:pPr marL="1885950" lvl="3" indent="-514350">
              <a:buFont typeface="Courier New"/>
              <a:buChar char="o"/>
            </a:pPr>
            <a:r>
              <a:rPr lang="zh-TW" altLang="en-US" sz="2400" dirty="0" smtClean="0"/>
              <a:t>我们必须接受祂</a:t>
            </a:r>
            <a:r>
              <a:rPr lang="en-US" altLang="zh-TW" sz="2400" dirty="0" smtClean="0"/>
              <a:t>	</a:t>
            </a:r>
            <a:endParaRPr lang="en-US" altLang="zh-TW" sz="2400" dirty="0" smtClean="0"/>
          </a:p>
          <a:p>
            <a:pPr lvl="5"/>
            <a:r>
              <a:rPr lang="zh-CHT" altLang="en-US" sz="2400" dirty="0" smtClean="0"/>
              <a:t>凡 </a:t>
            </a:r>
            <a:r>
              <a:rPr lang="zh-CHT" altLang="en-US" sz="2400" dirty="0" smtClean="0"/>
              <a:t>接 待 他 的 ， 就 是 信 他 名 的 人 ， 他 就 賜 他 們 權 柄 ， 作 神 的 兒 女 。</a:t>
            </a:r>
            <a:r>
              <a:rPr lang="zh-TW" altLang="en-US" sz="2400" dirty="0" smtClean="0"/>
              <a:t>（</a:t>
            </a:r>
            <a:r>
              <a:rPr lang="zh-TW" altLang="en-US" sz="2400" dirty="0" smtClean="0"/>
              <a:t>约 </a:t>
            </a:r>
            <a:r>
              <a:rPr lang="en-US" altLang="zh-TW" sz="2400" dirty="0" smtClean="0"/>
              <a:t>1</a:t>
            </a:r>
            <a:r>
              <a:rPr lang="zh-TW" altLang="en-US" sz="2400" dirty="0" smtClean="0"/>
              <a:t>：</a:t>
            </a:r>
            <a:r>
              <a:rPr lang="en-US" altLang="zh-TW" sz="2400" dirty="0" smtClean="0"/>
              <a:t>12</a:t>
            </a:r>
            <a:r>
              <a:rPr lang="zh-TW" altLang="en-US" sz="2400" dirty="0" smtClean="0"/>
              <a:t>）</a:t>
            </a:r>
            <a:endParaRPr lang="en-US" sz="2400" dirty="0" smtClean="0"/>
          </a:p>
          <a:p>
            <a:pPr marL="1885950" lvl="3" indent="-514350">
              <a:buFont typeface="Courier New"/>
              <a:buChar char="o"/>
            </a:pPr>
            <a:r>
              <a:rPr lang="zh-TW" altLang="en-US" sz="2400" dirty="0" smtClean="0"/>
              <a:t>我们必须是神的兒女</a:t>
            </a:r>
            <a:r>
              <a:rPr lang="en-US" altLang="zh-TW" sz="2400" dirty="0" smtClean="0"/>
              <a:t>	</a:t>
            </a:r>
            <a:endParaRPr lang="en-US" altLang="zh-TW" sz="2400" dirty="0" smtClean="0"/>
          </a:p>
          <a:p>
            <a:pPr lvl="5"/>
            <a:r>
              <a:rPr lang="zh-CHT" altLang="en-US" sz="2400" dirty="0" smtClean="0"/>
              <a:t>你 </a:t>
            </a:r>
            <a:r>
              <a:rPr lang="zh-CHT" altLang="en-US" sz="2400" dirty="0" smtClean="0"/>
              <a:t>們 既 為 兒 子 ， 神 就 差 他 兒 子 的 靈 進 入 你 們 （ 原 文 作 我 們 ） 的 心 ， 呼 叫 ： 「 阿 爸 ！ 父 ！ 」</a:t>
            </a:r>
            <a:r>
              <a:rPr lang="zh-TW" altLang="en-US" sz="2400" dirty="0" smtClean="0"/>
              <a:t>（加</a:t>
            </a:r>
            <a:r>
              <a:rPr lang="en-US" altLang="zh-TW" sz="2400" dirty="0" smtClean="0"/>
              <a:t>4</a:t>
            </a:r>
            <a:r>
              <a:rPr lang="zh-TW" altLang="en-US" sz="2400" dirty="0" smtClean="0"/>
              <a:t>：</a:t>
            </a:r>
            <a:r>
              <a:rPr lang="en-US" altLang="zh-TW" sz="2400" dirty="0" smtClean="0"/>
              <a:t>6</a:t>
            </a:r>
            <a:r>
              <a:rPr lang="zh-TW" altLang="en-US" sz="2400" dirty="0" smtClean="0"/>
              <a:t>）</a:t>
            </a:r>
            <a:endParaRPr lang="zh-TW" altLang="en-US" sz="2400" dirty="0" smtClean="0"/>
          </a:p>
          <a:p>
            <a:pPr marL="1885950" lvl="3" indent="-514350">
              <a:buFont typeface="Courier New"/>
              <a:buChar char="o"/>
            </a:pPr>
            <a:r>
              <a:rPr lang="zh-TW" altLang="en-US" sz="2400" dirty="0" smtClean="0"/>
              <a:t>我们的罪必须被赦免</a:t>
            </a:r>
            <a:r>
              <a:rPr lang="en-US" altLang="zh-TW" sz="2400" dirty="0" smtClean="0"/>
              <a:t>	</a:t>
            </a:r>
            <a:endParaRPr lang="en-US" altLang="zh-TW" sz="2400" dirty="0" smtClean="0"/>
          </a:p>
          <a:p>
            <a:pPr lvl="5"/>
            <a:r>
              <a:rPr lang="zh-CHT" altLang="en-US" sz="2400" dirty="0" smtClean="0"/>
              <a:t>彼 </a:t>
            </a:r>
            <a:r>
              <a:rPr lang="zh-CHT" altLang="en-US" sz="2400" dirty="0" smtClean="0"/>
              <a:t>得 說 ： 「 你 們 各 人 要 悔 改 ， 奉 耶 穌 基 督 的 名 受 洗 ， 叫 你 們 的 罪 得 赦 ， 就 必 領 受 所 賜 的 聖 靈 ； 」</a:t>
            </a:r>
            <a:r>
              <a:rPr lang="zh-TW" altLang="en-US" sz="2400" dirty="0" smtClean="0"/>
              <a:t>（</a:t>
            </a:r>
            <a:r>
              <a:rPr lang="zh-TW" altLang="en-US" sz="2400" dirty="0" smtClean="0"/>
              <a:t>使 </a:t>
            </a:r>
            <a:r>
              <a:rPr lang="en-US" altLang="zh-TW" sz="2400" dirty="0" smtClean="0"/>
              <a:t>2</a:t>
            </a:r>
            <a:r>
              <a:rPr lang="zh-TW" altLang="en-US" sz="2400" dirty="0" smtClean="0"/>
              <a:t>：</a:t>
            </a:r>
            <a:r>
              <a:rPr lang="en-US" altLang="zh-TW" sz="2400" dirty="0" smtClean="0"/>
              <a:t>38</a:t>
            </a:r>
            <a:r>
              <a:rPr lang="zh-TW" altLang="en-US" sz="2400" dirty="0" smtClean="0"/>
              <a:t>）。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730472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740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0150" lvl="1" indent="-742950">
              <a:buFont typeface="+mj-lt"/>
              <a:buAutoNum type="arabicPeriod"/>
            </a:pPr>
            <a:r>
              <a:rPr lang="zh-TW" altLang="en-US" sz="3600" b="1" dirty="0" smtClean="0">
                <a:solidFill>
                  <a:schemeClr val="bg1">
                    <a:lumMod val="75000"/>
                  </a:schemeClr>
                </a:solidFill>
              </a:rPr>
              <a:t>圣灵充满</a:t>
            </a:r>
            <a:r>
              <a:rPr lang="en-US" altLang="zh-TW" sz="3600" b="1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3600" b="1" i="0" dirty="0" smtClean="0">
                <a:solidFill>
                  <a:schemeClr val="bg1">
                    <a:lumMod val="75000"/>
                  </a:schemeClr>
                </a:solidFill>
                <a:latin typeface="ＭＳ ゴシック"/>
                <a:ea typeface="ＭＳ ゴシック"/>
                <a:cs typeface="ＭＳ ゴシック"/>
              </a:rPr>
              <a:t>≠</a:t>
            </a:r>
            <a:r>
              <a:rPr lang="zh-TW" altLang="en-US" sz="3600" b="1" dirty="0" smtClean="0">
                <a:solidFill>
                  <a:schemeClr val="bg1">
                    <a:lumMod val="75000"/>
                  </a:schemeClr>
                </a:solidFill>
              </a:rPr>
              <a:t>圣灵內住</a:t>
            </a:r>
            <a:endParaRPr lang="en-US" altLang="zh-TW" sz="3600" b="1" dirty="0">
              <a:solidFill>
                <a:schemeClr val="bg1">
                  <a:lumMod val="75000"/>
                </a:schemeClr>
              </a:solidFill>
            </a:endParaRPr>
          </a:p>
          <a:p>
            <a:pPr marL="1200150" lvl="1" indent="-742950">
              <a:buFont typeface="+mj-lt"/>
              <a:buAutoNum type="arabicPeriod"/>
            </a:pPr>
            <a:r>
              <a:rPr lang="zh-TW" altLang="en-US" sz="36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被圣灵充满的先决条件</a:t>
            </a:r>
            <a:endParaRPr lang="en-US" altLang="zh-TW" sz="36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485900" lvl="4" indent="-571500">
              <a:buFont typeface="Arial"/>
              <a:buChar char="•"/>
            </a:pPr>
            <a:r>
              <a:rPr lang="zh-TW" altLang="en-US" sz="3200" b="1" dirty="0" smtClean="0">
                <a:solidFill>
                  <a:schemeClr val="bg1">
                    <a:lumMod val="65000"/>
                  </a:schemeClr>
                </a:solidFill>
              </a:rPr>
              <a:t>神的應許</a:t>
            </a:r>
            <a:endParaRPr lang="en-US" altLang="zh-TW" sz="3200" b="1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1485900" lvl="4" indent="-571500">
              <a:buFont typeface="Arial"/>
              <a:buChar char="•"/>
            </a:pPr>
            <a:r>
              <a:rPr lang="zh-TW" altLang="en-US" sz="3200" b="1" dirty="0" smtClean="0">
                <a:solidFill>
                  <a:schemeClr val="bg1">
                    <a:lumMod val="65000"/>
                  </a:schemeClr>
                </a:solidFill>
              </a:rPr>
              <a:t>圣灵內住</a:t>
            </a:r>
            <a:endParaRPr lang="en-US" altLang="zh-TW" sz="3200" b="1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1485900" lvl="4" indent="-571500">
              <a:buFont typeface="Arial"/>
              <a:buChar char="•"/>
            </a:pPr>
            <a:r>
              <a:rPr lang="en-US" altLang="zh-TW" sz="3200" b="1" dirty="0" smtClean="0"/>
              <a:t>本</a:t>
            </a:r>
            <a:r>
              <a:rPr lang="zh-TW" altLang="en-US" sz="3200" b="1" dirty="0" smtClean="0"/>
              <a:t>人渴求</a:t>
            </a:r>
            <a:endParaRPr lang="en-US" altLang="zh-TW" sz="3200" b="1" dirty="0" smtClean="0"/>
          </a:p>
          <a:p>
            <a:pPr marL="1943100" lvl="5" indent="-571500">
              <a:buFont typeface="Courier New"/>
              <a:buChar char="o"/>
            </a:pPr>
            <a:r>
              <a:rPr lang="zh-TW" altLang="en-US" sz="2800" b="1" dirty="0" smtClean="0"/>
              <a:t>我们必须相信能夠得</a:t>
            </a:r>
            <a:r>
              <a:rPr lang="zh-TW" altLang="en-US" sz="2800" b="1" dirty="0"/>
              <a:t>到</a:t>
            </a:r>
            <a:endParaRPr lang="en-US" sz="2800" b="1" dirty="0"/>
          </a:p>
          <a:p>
            <a:pPr lvl="5"/>
            <a:r>
              <a:rPr lang="zh-CHT" altLang="en-US" sz="2800" dirty="0" smtClean="0"/>
              <a:t>信 </a:t>
            </a:r>
            <a:r>
              <a:rPr lang="zh-CHT" altLang="en-US" sz="2800" dirty="0"/>
              <a:t>我 的 人 就 如 經 上 所 說 ： 『 從 他 腹 中 要 流 出 活 水 的 江 河 來 </a:t>
            </a:r>
            <a:r>
              <a:rPr lang="zh-CHT" altLang="en-US" sz="2800" dirty="0" smtClean="0"/>
              <a:t>。 』 」</a:t>
            </a:r>
            <a:r>
              <a:rPr lang="en-US" altLang="zh-CHT" sz="2800" dirty="0" smtClean="0"/>
              <a:t> </a:t>
            </a:r>
            <a:r>
              <a:rPr lang="zh-CHT" altLang="en-US" sz="2800" dirty="0" smtClean="0"/>
              <a:t>耶 </a:t>
            </a:r>
            <a:r>
              <a:rPr lang="zh-CHT" altLang="en-US" sz="2800" dirty="0"/>
              <a:t>穌 這 話 是 指 着 信 他 之 人 要 受 聖 靈 說 的 </a:t>
            </a:r>
            <a:r>
              <a:rPr lang="zh-CHT" altLang="en-US" sz="2800" dirty="0" smtClean="0"/>
              <a:t>。</a:t>
            </a:r>
            <a:r>
              <a:rPr lang="zh-TW" altLang="en-US" sz="2800" dirty="0" smtClean="0"/>
              <a:t>（约</a:t>
            </a:r>
            <a:r>
              <a:rPr lang="en-US" altLang="zh-TW" sz="2800" dirty="0" smtClean="0"/>
              <a:t> 7</a:t>
            </a:r>
            <a:r>
              <a:rPr lang="zh-TW" altLang="en-US" sz="2800" dirty="0" smtClean="0"/>
              <a:t>：</a:t>
            </a:r>
            <a:r>
              <a:rPr lang="en-US" altLang="zh-TW" sz="2800" dirty="0" smtClean="0"/>
              <a:t>37-39)</a:t>
            </a:r>
          </a:p>
          <a:p>
            <a:pPr marL="1885950" lvl="3" indent="-514350">
              <a:buFont typeface="Courier New"/>
              <a:buChar char="o"/>
            </a:pPr>
            <a:r>
              <a:rPr lang="zh-TW" altLang="en-US" sz="2800" b="1" dirty="0" smtClean="0"/>
              <a:t>我们必须顺服神</a:t>
            </a:r>
            <a:r>
              <a:rPr lang="en-US" altLang="zh-TW" sz="2800" b="1" dirty="0" smtClean="0"/>
              <a:t>	</a:t>
            </a:r>
          </a:p>
          <a:p>
            <a:pPr lvl="5"/>
            <a:r>
              <a:rPr lang="zh-CHT" altLang="en-US" sz="2800" dirty="0" smtClean="0"/>
              <a:t>我 </a:t>
            </a:r>
            <a:r>
              <a:rPr lang="zh-CHT" altLang="en-US" sz="2800" dirty="0"/>
              <a:t>們 為 這 事 作 見 證 ； 神 賜 給 順 從 之 人 的 聖 靈 也 為 這 事 作 見 證 </a:t>
            </a:r>
            <a:r>
              <a:rPr lang="zh-CHT" altLang="en-US" sz="2800" dirty="0" smtClean="0"/>
              <a:t>。</a:t>
            </a:r>
            <a:r>
              <a:rPr lang="zh-TW" altLang="en-US" sz="2800" dirty="0" smtClean="0"/>
              <a:t>（使 </a:t>
            </a:r>
            <a:r>
              <a:rPr lang="en-US" altLang="zh-TW" sz="2800" dirty="0" smtClean="0"/>
              <a:t>5</a:t>
            </a:r>
            <a:r>
              <a:rPr lang="zh-TW" altLang="en-US" sz="2800" dirty="0" smtClean="0"/>
              <a:t>：</a:t>
            </a:r>
            <a:r>
              <a:rPr lang="en-US" altLang="zh-TW" sz="2800" dirty="0" smtClean="0"/>
              <a:t>32</a:t>
            </a:r>
            <a:r>
              <a:rPr lang="zh-TW" altLang="en-US" sz="2800" dirty="0" smtClean="0"/>
              <a:t>）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820433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900885" cy="6555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0150" lvl="1" indent="-742950">
              <a:buFont typeface="+mj-lt"/>
              <a:buAutoNum type="arabicPeriod"/>
            </a:pPr>
            <a:r>
              <a:rPr lang="zh-TW" altLang="en-US" sz="3600" b="1" dirty="0" smtClean="0">
                <a:solidFill>
                  <a:schemeClr val="bg1">
                    <a:lumMod val="75000"/>
                  </a:schemeClr>
                </a:solidFill>
              </a:rPr>
              <a:t>圣灵充满</a:t>
            </a:r>
            <a:r>
              <a:rPr lang="en-US" altLang="zh-TW" sz="3600" b="1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3600" b="1" i="0" dirty="0" smtClean="0">
                <a:solidFill>
                  <a:schemeClr val="bg1">
                    <a:lumMod val="75000"/>
                  </a:schemeClr>
                </a:solidFill>
                <a:latin typeface="ＭＳ ゴシック"/>
                <a:ea typeface="ＭＳ ゴシック"/>
                <a:cs typeface="ＭＳ ゴシック"/>
              </a:rPr>
              <a:t>≠</a:t>
            </a:r>
            <a:r>
              <a:rPr lang="zh-TW" altLang="en-US" sz="3600" b="1" dirty="0" smtClean="0">
                <a:solidFill>
                  <a:schemeClr val="bg1">
                    <a:lumMod val="75000"/>
                  </a:schemeClr>
                </a:solidFill>
              </a:rPr>
              <a:t>圣灵內住</a:t>
            </a:r>
            <a:endParaRPr lang="en-US" altLang="zh-TW" sz="3600" b="1" dirty="0">
              <a:solidFill>
                <a:schemeClr val="bg1">
                  <a:lumMod val="75000"/>
                </a:schemeClr>
              </a:solidFill>
            </a:endParaRPr>
          </a:p>
          <a:p>
            <a:pPr marL="1200150" lvl="1" indent="-742950">
              <a:buFont typeface="+mj-lt"/>
              <a:buAutoNum type="arabicPeriod"/>
            </a:pPr>
            <a:r>
              <a:rPr lang="zh-TW" altLang="en-US" sz="36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被圣灵充满的先决条件</a:t>
            </a:r>
            <a:endParaRPr lang="en-US" altLang="zh-TW" sz="36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485900" lvl="4" indent="-571500">
              <a:buFont typeface="Arial"/>
              <a:buChar char="•"/>
            </a:pPr>
            <a:r>
              <a:rPr lang="zh-TW" altLang="en-US" sz="3200" b="1" dirty="0" smtClean="0">
                <a:solidFill>
                  <a:schemeClr val="bg1">
                    <a:lumMod val="65000"/>
                  </a:schemeClr>
                </a:solidFill>
              </a:rPr>
              <a:t>神的應許</a:t>
            </a:r>
            <a:endParaRPr lang="en-US" altLang="zh-TW" sz="3200" b="1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1485900" lvl="4" indent="-571500">
              <a:buFont typeface="Arial"/>
              <a:buChar char="•"/>
            </a:pPr>
            <a:r>
              <a:rPr lang="zh-TW" altLang="en-US" sz="3200" b="1" dirty="0" smtClean="0">
                <a:solidFill>
                  <a:schemeClr val="bg1">
                    <a:lumMod val="65000"/>
                  </a:schemeClr>
                </a:solidFill>
              </a:rPr>
              <a:t>圣灵內住</a:t>
            </a:r>
            <a:endParaRPr lang="en-US" altLang="zh-TW" sz="3200" b="1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1485900" lvl="4" indent="-571500">
              <a:buFont typeface="Arial"/>
              <a:buChar char="•"/>
            </a:pPr>
            <a:r>
              <a:rPr lang="en-US" altLang="zh-TW" sz="3200" b="1" dirty="0" smtClean="0"/>
              <a:t>本</a:t>
            </a:r>
            <a:r>
              <a:rPr lang="zh-TW" altLang="en-US" sz="3200" b="1" dirty="0" smtClean="0"/>
              <a:t>人渴求</a:t>
            </a:r>
            <a:endParaRPr lang="en-US" altLang="zh-TW" sz="3200" b="1" dirty="0" smtClean="0"/>
          </a:p>
          <a:p>
            <a:pPr marL="1714500" lvl="5" indent="-342900">
              <a:buFont typeface="Courier New"/>
              <a:buChar char="o"/>
            </a:pPr>
            <a:r>
              <a:rPr lang="zh-TW" altLang="en-US" sz="2400" b="1" dirty="0" smtClean="0">
                <a:solidFill>
                  <a:schemeClr val="bg1">
                    <a:lumMod val="65000"/>
                  </a:schemeClr>
                </a:solidFill>
              </a:rPr>
              <a:t>我们必须相信能夠得到</a:t>
            </a:r>
            <a:endParaRPr lang="en-US" altLang="zh-TW" sz="2400" b="1" dirty="0">
              <a:solidFill>
                <a:schemeClr val="bg1">
                  <a:lumMod val="65000"/>
                </a:schemeClr>
              </a:solidFill>
            </a:endParaRPr>
          </a:p>
          <a:p>
            <a:pPr marL="1714500" lvl="5" indent="-342900">
              <a:buFont typeface="Courier New"/>
              <a:buChar char="o"/>
            </a:pPr>
            <a:r>
              <a:rPr lang="zh-TW" altLang="en-US" sz="2400" b="1" dirty="0" smtClean="0">
                <a:solidFill>
                  <a:schemeClr val="bg1">
                    <a:lumMod val="65000"/>
                  </a:schemeClr>
                </a:solidFill>
              </a:rPr>
              <a:t>我们必须顺服</a:t>
            </a:r>
            <a:r>
              <a:rPr lang="zh-TW" altLang="en-US" sz="2400" b="1" dirty="0" smtClean="0">
                <a:solidFill>
                  <a:schemeClr val="bg1">
                    <a:lumMod val="65000"/>
                  </a:schemeClr>
                </a:solidFill>
              </a:rPr>
              <a:t>神</a:t>
            </a:r>
            <a:r>
              <a:rPr lang="en-US" altLang="zh-TW" sz="2400" b="1" dirty="0" smtClean="0">
                <a:solidFill>
                  <a:schemeClr val="bg1">
                    <a:lumMod val="65000"/>
                  </a:schemeClr>
                </a:solidFill>
              </a:rPr>
              <a:t>	</a:t>
            </a:r>
            <a:endParaRPr lang="en-US" altLang="zh-TW" sz="2400" b="1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1714500" lvl="5" indent="-342900">
              <a:buFont typeface="Courier New"/>
              <a:buChar char="o"/>
            </a:pPr>
            <a:r>
              <a:rPr lang="zh-TW" altLang="en-US" sz="2400" b="1" dirty="0" smtClean="0"/>
              <a:t>有时我们必须等待</a:t>
            </a:r>
            <a:endParaRPr lang="en-US" altLang="zh-TW" sz="2400" b="1" dirty="0" smtClean="0"/>
          </a:p>
          <a:p>
            <a:pPr lvl="5"/>
            <a:r>
              <a:rPr lang="zh-CHT" altLang="en-US" sz="2400" dirty="0" smtClean="0"/>
              <a:t>我 </a:t>
            </a:r>
            <a:r>
              <a:rPr lang="zh-CHT" altLang="en-US" sz="2400" dirty="0"/>
              <a:t>要 將 我 父 所 應 許 的 降 在 你 們 身 上 ， 你 們 要 在 城 裏 等 候 ， 直 到 你 們 領 受 從 上 頭 來 的 能 力 </a:t>
            </a:r>
            <a:r>
              <a:rPr lang="zh-TW" altLang="en-US" sz="2400" dirty="0" smtClean="0"/>
              <a:t>（</a:t>
            </a:r>
            <a:r>
              <a:rPr lang="zh-TW" altLang="en-US" sz="2400" dirty="0" smtClean="0"/>
              <a:t>路</a:t>
            </a:r>
            <a:r>
              <a:rPr lang="en-US" altLang="zh-TW" sz="2400" dirty="0"/>
              <a:t> </a:t>
            </a:r>
            <a:r>
              <a:rPr lang="en-US" altLang="zh-TW" sz="2400" dirty="0" smtClean="0"/>
              <a:t>24</a:t>
            </a:r>
            <a:r>
              <a:rPr lang="zh-TW" altLang="en-US" sz="2400" dirty="0" smtClean="0"/>
              <a:t>：</a:t>
            </a:r>
            <a:r>
              <a:rPr lang="en-US" altLang="zh-TW" sz="2400" dirty="0" smtClean="0"/>
              <a:t>49 </a:t>
            </a:r>
            <a:r>
              <a:rPr lang="zh-TW" altLang="en-US" sz="2400" dirty="0" smtClean="0"/>
              <a:t>）</a:t>
            </a:r>
          </a:p>
          <a:p>
            <a:pPr marL="1714500" lvl="3" indent="-342900">
              <a:buFont typeface="Courier New"/>
              <a:buChar char="o"/>
            </a:pPr>
            <a:r>
              <a:rPr lang="zh-TW" altLang="en-US" sz="2400" b="1" dirty="0" smtClean="0"/>
              <a:t>我们必须祈求要圣灵</a:t>
            </a:r>
            <a:r>
              <a:rPr lang="en-US" altLang="zh-TW" sz="2400" b="1" dirty="0" smtClean="0"/>
              <a:t>	</a:t>
            </a:r>
          </a:p>
          <a:p>
            <a:pPr lvl="5"/>
            <a:r>
              <a:rPr lang="zh-CHT" altLang="en-US" sz="2400" dirty="0" smtClean="0"/>
              <a:t>你 </a:t>
            </a:r>
            <a:r>
              <a:rPr lang="zh-CHT" altLang="en-US" sz="2400" dirty="0"/>
              <a:t>們 雖 然 不 好 ， 尚 且 知 道 拿 好 東 西 給 兒 女 ； 何 況 天 父 ， 豈 不 更 將 聖 靈 給 求 他 的 人 嗎 </a:t>
            </a:r>
            <a:r>
              <a:rPr lang="zh-CHT" altLang="en-US" sz="2400" dirty="0" smtClean="0"/>
              <a:t>？</a:t>
            </a:r>
            <a:r>
              <a:rPr lang="zh-TW" altLang="en-US" sz="2400" dirty="0" smtClean="0"/>
              <a:t>（路 </a:t>
            </a:r>
            <a:r>
              <a:rPr lang="en-US" altLang="zh-TW" sz="2400" dirty="0" smtClean="0"/>
              <a:t>11</a:t>
            </a:r>
            <a:r>
              <a:rPr lang="zh-TW" altLang="en-US" sz="2400" dirty="0" smtClean="0"/>
              <a:t>：</a:t>
            </a:r>
            <a:r>
              <a:rPr lang="en-US" altLang="zh-TW" sz="2400" dirty="0" smtClean="0"/>
              <a:t>13</a:t>
            </a:r>
            <a:r>
              <a:rPr lang="zh-TW" altLang="en-US" sz="2400" dirty="0" smtClean="0"/>
              <a:t>）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091185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535"/>
            <a:ext cx="9144000" cy="7017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zh-TW" altLang="en-US" sz="4000" b="1" dirty="0">
                <a:solidFill>
                  <a:schemeClr val="bg1">
                    <a:lumMod val="75000"/>
                  </a:schemeClr>
                </a:solidFill>
              </a:rPr>
              <a:t>圣灵充满</a:t>
            </a:r>
            <a:r>
              <a:rPr lang="en-US" altLang="zh-TW" sz="4000" b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4000" b="1" dirty="0">
                <a:solidFill>
                  <a:schemeClr val="bg1">
                    <a:lumMod val="75000"/>
                  </a:schemeClr>
                </a:solidFill>
                <a:latin typeface="ＭＳ ゴシック"/>
                <a:ea typeface="ＭＳ ゴシック"/>
                <a:cs typeface="ＭＳ ゴシック"/>
              </a:rPr>
              <a:t>≠</a:t>
            </a:r>
            <a:r>
              <a:rPr lang="zh-TW" altLang="en-US" sz="4000" b="1" dirty="0">
                <a:solidFill>
                  <a:schemeClr val="bg1">
                    <a:lumMod val="75000"/>
                  </a:schemeClr>
                </a:solidFill>
              </a:rPr>
              <a:t>圣灵內住</a:t>
            </a:r>
            <a:endParaRPr lang="en-US" altLang="zh-TW" sz="4000" b="1" dirty="0">
              <a:solidFill>
                <a:schemeClr val="bg1">
                  <a:lumMod val="75000"/>
                </a:schemeClr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zh-TW" altLang="en-US" sz="4000" b="1" dirty="0">
                <a:solidFill>
                  <a:schemeClr val="bg1">
                    <a:lumMod val="75000"/>
                  </a:schemeClr>
                </a:solidFill>
              </a:rPr>
              <a:t>被圣灵充满的先决条件</a:t>
            </a:r>
            <a:endParaRPr lang="en-US" altLang="zh-TW" sz="4000" b="1" dirty="0">
              <a:solidFill>
                <a:schemeClr val="bg1">
                  <a:lumMod val="75000"/>
                </a:schemeClr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zh-TW" altLang="en-US" sz="4000" b="1" dirty="0"/>
              <a:t>被圣灵充满的结果</a:t>
            </a:r>
            <a:endParaRPr lang="en-US" altLang="zh-TW" sz="4000" b="1" dirty="0"/>
          </a:p>
          <a:p>
            <a:endParaRPr lang="en-US" altLang="zh-TW" b="1" dirty="0"/>
          </a:p>
          <a:p>
            <a:pPr marL="914400" lvl="1" indent="-457200">
              <a:buFont typeface="Arial"/>
              <a:buChar char="•"/>
            </a:pPr>
            <a:r>
              <a:rPr lang="zh-TW" altLang="en-US" sz="2800" dirty="0" smtClean="0"/>
              <a:t>我们有着和谐的人际关系</a:t>
            </a:r>
            <a:r>
              <a:rPr lang="en-US" altLang="zh-TW" sz="2800" dirty="0" smtClean="0"/>
              <a:t> (</a:t>
            </a:r>
            <a:r>
              <a:rPr lang="zh-TW" altLang="en-US" sz="2800" b="1" dirty="0" smtClean="0">
                <a:solidFill>
                  <a:srgbClr val="008000"/>
                </a:solidFill>
              </a:rPr>
              <a:t>对自己</a:t>
            </a:r>
            <a:r>
              <a:rPr lang="zh-TW" altLang="en-US" sz="2800" dirty="0" smtClean="0"/>
              <a:t>、</a:t>
            </a:r>
            <a:r>
              <a:rPr lang="zh-TW" altLang="en-US" sz="2800" dirty="0" smtClean="0">
                <a:solidFill>
                  <a:srgbClr val="FF0000"/>
                </a:solidFill>
              </a:rPr>
              <a:t>对</a:t>
            </a:r>
            <a:r>
              <a:rPr lang="zh-CHT" altLang="en-US" sz="2800" dirty="0" smtClean="0">
                <a:solidFill>
                  <a:srgbClr val="FF0000"/>
                </a:solidFill>
              </a:rPr>
              <a:t>神</a:t>
            </a:r>
            <a:r>
              <a:rPr lang="zh-TW" altLang="en-US" sz="2800" dirty="0" smtClean="0"/>
              <a:t>、</a:t>
            </a:r>
            <a:r>
              <a:rPr lang="zh-TW" altLang="en-US" sz="2800" dirty="0" smtClean="0">
                <a:solidFill>
                  <a:srgbClr val="800000"/>
                </a:solidFill>
              </a:rPr>
              <a:t>对人</a:t>
            </a:r>
            <a:r>
              <a:rPr lang="en-US" altLang="zh-CHT" sz="2800" dirty="0" smtClean="0"/>
              <a:t>), </a:t>
            </a:r>
            <a:r>
              <a:rPr lang="en-US" altLang="zh-TW" sz="2800" dirty="0" smtClean="0"/>
              <a:t> </a:t>
            </a:r>
            <a:r>
              <a:rPr lang="zh-TW" altLang="en-US" sz="2800" dirty="0" smtClean="0"/>
              <a:t>能够过一个美好的生活</a:t>
            </a:r>
            <a:endParaRPr lang="en-US" altLang="zh-TW" sz="2800" dirty="0" smtClean="0"/>
          </a:p>
          <a:p>
            <a:pPr marL="1714500" lvl="3" indent="-342900">
              <a:buFont typeface="Courier New"/>
              <a:buChar char="o"/>
            </a:pPr>
            <a:r>
              <a:rPr lang="zh-CHT" altLang="en-US" sz="2200" b="1" dirty="0" smtClean="0">
                <a:solidFill>
                  <a:srgbClr val="008000"/>
                </a:solidFill>
              </a:rPr>
              <a:t>不 要 醉 酒 ， 酒 能 使 人 放 蕩 ； 乃 要 被 聖 靈 充 滿 。</a:t>
            </a:r>
            <a:endParaRPr lang="en-US" altLang="zh-CHT" sz="2200" b="1" dirty="0" smtClean="0">
              <a:solidFill>
                <a:srgbClr val="008000"/>
              </a:solidFill>
            </a:endParaRPr>
          </a:p>
          <a:p>
            <a:pPr marL="1714500" lvl="3" indent="-342900">
              <a:buFont typeface="Wingdings" charset="2"/>
              <a:buChar char="Ø"/>
            </a:pPr>
            <a:r>
              <a:rPr lang="zh-CHT" altLang="en-US" sz="2200" b="1" dirty="0" smtClean="0">
                <a:solidFill>
                  <a:srgbClr val="FF0000"/>
                </a:solidFill>
              </a:rPr>
              <a:t>當 用 詩 章 、 頌 詞 、 靈 歌 、 彼 此 對 說 ， 口 唱 心 和 的 讚 美 主 。</a:t>
            </a:r>
          </a:p>
          <a:p>
            <a:pPr marL="1714500" lvl="3" indent="-342900">
              <a:buFont typeface="Wingdings" charset="2"/>
              <a:buChar char="Ø"/>
            </a:pPr>
            <a:r>
              <a:rPr lang="zh-CHT" altLang="en-US" sz="2200" b="1" dirty="0" smtClean="0">
                <a:solidFill>
                  <a:srgbClr val="FF0000"/>
                </a:solidFill>
              </a:rPr>
              <a:t>凡 事 要 奉 我 們 主 耶 穌 基 督 的 名 常 常 感 謝 父 神 。</a:t>
            </a:r>
          </a:p>
          <a:p>
            <a:pPr marL="1714500" lvl="3" indent="-342900">
              <a:buFont typeface="Wingdings" charset="2"/>
              <a:buChar char="ü"/>
            </a:pPr>
            <a:r>
              <a:rPr lang="zh-CHT" altLang="en-US" sz="2200" b="1" dirty="0" smtClean="0">
                <a:solidFill>
                  <a:srgbClr val="800000"/>
                </a:solidFill>
              </a:rPr>
              <a:t>又 當 存 敬 畏 基 督 的 心 ， 彼 此 順 服 。</a:t>
            </a:r>
            <a:endParaRPr lang="en-US" sz="2200" b="1" dirty="0" smtClean="0">
              <a:solidFill>
                <a:srgbClr val="800000"/>
              </a:solidFill>
            </a:endParaRPr>
          </a:p>
          <a:p>
            <a:pPr marL="1714500" lvl="3" indent="-342900">
              <a:buFont typeface="Wingdings" charset="2"/>
              <a:buChar char="ü"/>
            </a:pPr>
            <a:r>
              <a:rPr lang="zh-CHT" altLang="en-US" sz="2200" b="1" dirty="0" smtClean="0">
                <a:solidFill>
                  <a:srgbClr val="800000"/>
                </a:solidFill>
              </a:rPr>
              <a:t>你 們 作 妻 子 的 ， 當 順 服 自 己 的 丈 夫</a:t>
            </a:r>
            <a:endParaRPr lang="en-US" altLang="zh-CHT" sz="2200" b="1" dirty="0" smtClean="0">
              <a:solidFill>
                <a:srgbClr val="800000"/>
              </a:solidFill>
            </a:endParaRPr>
          </a:p>
          <a:p>
            <a:pPr marL="1714500" lvl="3" indent="-342900">
              <a:buFont typeface="Wingdings" charset="2"/>
              <a:buChar char="ü"/>
            </a:pPr>
            <a:r>
              <a:rPr lang="zh-CHT" altLang="en-US" sz="2200" b="1" dirty="0" smtClean="0">
                <a:solidFill>
                  <a:srgbClr val="800000"/>
                </a:solidFill>
              </a:rPr>
              <a:t>你 們 作 丈 夫 的 ， 要 愛 你 們 的 妻 子 </a:t>
            </a:r>
            <a:endParaRPr lang="en-US" sz="2200" b="1" dirty="0" smtClean="0">
              <a:solidFill>
                <a:srgbClr val="800000"/>
              </a:solidFill>
            </a:endParaRPr>
          </a:p>
          <a:p>
            <a:pPr marL="1714500" lvl="3" indent="-342900">
              <a:buFont typeface="Wingdings" charset="2"/>
              <a:buChar char="ü"/>
            </a:pPr>
            <a:r>
              <a:rPr lang="zh-CHT" altLang="en-US" sz="2200" b="1" dirty="0" smtClean="0">
                <a:solidFill>
                  <a:srgbClr val="800000"/>
                </a:solidFill>
              </a:rPr>
              <a:t>你</a:t>
            </a:r>
            <a:r>
              <a:rPr lang="en-US" altLang="zh-CHT" sz="2200" b="1" dirty="0" smtClean="0">
                <a:solidFill>
                  <a:srgbClr val="800000"/>
                </a:solidFill>
              </a:rPr>
              <a:t> </a:t>
            </a:r>
            <a:r>
              <a:rPr lang="zh-CHT" altLang="en-US" sz="2200" b="1" dirty="0" smtClean="0">
                <a:solidFill>
                  <a:srgbClr val="800000"/>
                </a:solidFill>
              </a:rPr>
              <a:t>們 作 兒 女 的 ， 要 在 主 裏 聽 從 父 母</a:t>
            </a:r>
            <a:endParaRPr lang="en-US" sz="2200" b="1" dirty="0" smtClean="0">
              <a:solidFill>
                <a:srgbClr val="800000"/>
              </a:solidFill>
            </a:endParaRPr>
          </a:p>
          <a:p>
            <a:pPr marL="1714500" lvl="3" indent="-342900">
              <a:buFont typeface="Wingdings" charset="2"/>
              <a:buChar char="ü"/>
            </a:pPr>
            <a:r>
              <a:rPr lang="zh-CHT" altLang="en-US" sz="2200" b="1" dirty="0" smtClean="0">
                <a:solidFill>
                  <a:srgbClr val="800000"/>
                </a:solidFill>
              </a:rPr>
              <a:t>你 們 作 父 親 的 ， 不 要 惹 兒 女 的 氣</a:t>
            </a:r>
            <a:endParaRPr lang="en-US" sz="2200" b="1" dirty="0" smtClean="0">
              <a:solidFill>
                <a:srgbClr val="800000"/>
              </a:solidFill>
            </a:endParaRPr>
          </a:p>
          <a:p>
            <a:pPr marL="1714500" lvl="3" indent="-342900">
              <a:buFont typeface="Wingdings" charset="2"/>
              <a:buChar char="ü"/>
            </a:pPr>
            <a:r>
              <a:rPr lang="zh-CHT" altLang="en-US" sz="2200" b="1" dirty="0" smtClean="0">
                <a:solidFill>
                  <a:srgbClr val="800000"/>
                </a:solidFill>
              </a:rPr>
              <a:t>你 們 作 僕 人 的 ，</a:t>
            </a:r>
            <a:endParaRPr lang="en-US" sz="2200" b="1" dirty="0" smtClean="0">
              <a:solidFill>
                <a:srgbClr val="800000"/>
              </a:solidFill>
            </a:endParaRPr>
          </a:p>
          <a:p>
            <a:pPr marL="1714500" lvl="3" indent="-342900">
              <a:buFont typeface="Wingdings" charset="2"/>
              <a:buChar char="ü"/>
            </a:pPr>
            <a:r>
              <a:rPr lang="zh-CHT" altLang="en-US" sz="2200" b="1" dirty="0" smtClean="0">
                <a:solidFill>
                  <a:srgbClr val="800000"/>
                </a:solidFill>
              </a:rPr>
              <a:t>你 們 作 主 人 的 ，</a:t>
            </a:r>
            <a:r>
              <a:rPr lang="en-US" altLang="zh-CHT" sz="2200" b="1" dirty="0" smtClean="0">
                <a:solidFill>
                  <a:srgbClr val="800000"/>
                </a:solidFill>
              </a:rPr>
              <a:t> …  </a:t>
            </a:r>
            <a:r>
              <a:rPr lang="en-US" altLang="zh-CHT" sz="2200" b="1" dirty="0" smtClean="0"/>
              <a:t>(</a:t>
            </a:r>
            <a:r>
              <a:rPr lang="zh-CHT" altLang="en-US" sz="2200" b="1" dirty="0" smtClean="0"/>
              <a:t>以 弗 所 書 </a:t>
            </a:r>
            <a:r>
              <a:rPr lang="en-US" altLang="zh-CHT" sz="2200" b="1" dirty="0" smtClean="0"/>
              <a:t>5</a:t>
            </a:r>
            <a:r>
              <a:rPr lang="en-US" sz="2200" b="1" dirty="0" smtClean="0"/>
              <a:t>, 6)</a:t>
            </a:r>
            <a:endParaRPr lang="en-US" altLang="zh-TW" sz="2200" b="1" dirty="0" smtClean="0"/>
          </a:p>
          <a:p>
            <a:pPr marL="1200150" lvl="2" indent="-285750">
              <a:buFont typeface="Arial"/>
              <a:buChar char="•"/>
            </a:pPr>
            <a:endParaRPr lang="en-US" altLang="zh-CHT" sz="1400" dirty="0" smtClean="0">
              <a:solidFill>
                <a:srgbClr val="8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607830" y="3262047"/>
            <a:ext cx="184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HT" alt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2880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535"/>
            <a:ext cx="9144000" cy="6863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zh-TW" altLang="en-US" sz="4000" b="1" dirty="0">
                <a:solidFill>
                  <a:schemeClr val="bg1">
                    <a:lumMod val="75000"/>
                  </a:schemeClr>
                </a:solidFill>
              </a:rPr>
              <a:t>圣灵充满</a:t>
            </a:r>
            <a:r>
              <a:rPr lang="en-US" altLang="zh-TW" sz="4000" b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4000" b="1" dirty="0">
                <a:solidFill>
                  <a:schemeClr val="bg1">
                    <a:lumMod val="75000"/>
                  </a:schemeClr>
                </a:solidFill>
                <a:latin typeface="ＭＳ ゴシック"/>
                <a:ea typeface="ＭＳ ゴシック"/>
                <a:cs typeface="ＭＳ ゴシック"/>
              </a:rPr>
              <a:t>≠</a:t>
            </a:r>
            <a:r>
              <a:rPr lang="zh-TW" altLang="en-US" sz="4000" b="1" dirty="0">
                <a:solidFill>
                  <a:schemeClr val="bg1">
                    <a:lumMod val="75000"/>
                  </a:schemeClr>
                </a:solidFill>
              </a:rPr>
              <a:t>圣灵內住</a:t>
            </a:r>
            <a:endParaRPr lang="en-US" altLang="zh-TW" sz="4000" b="1" dirty="0">
              <a:solidFill>
                <a:schemeClr val="bg1">
                  <a:lumMod val="75000"/>
                </a:schemeClr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zh-TW" altLang="en-US" sz="4000" b="1" dirty="0">
                <a:solidFill>
                  <a:schemeClr val="bg1">
                    <a:lumMod val="75000"/>
                  </a:schemeClr>
                </a:solidFill>
              </a:rPr>
              <a:t>被圣灵充满的先决条件</a:t>
            </a:r>
            <a:endParaRPr lang="en-US" altLang="zh-TW" sz="4000" b="1" dirty="0">
              <a:solidFill>
                <a:schemeClr val="bg1">
                  <a:lumMod val="75000"/>
                </a:schemeClr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zh-TW" altLang="en-US" sz="4000" b="1" dirty="0"/>
              <a:t>被圣灵充满的结果</a:t>
            </a:r>
            <a:endParaRPr lang="en-US" altLang="zh-TW" sz="4000" b="1" dirty="0"/>
          </a:p>
          <a:p>
            <a:pPr marL="914400" lvl="1" indent="-457200">
              <a:buFont typeface="Arial"/>
              <a:buChar char="•"/>
            </a:pPr>
            <a:r>
              <a:rPr lang="zh-TW" altLang="en-US" sz="2800" dirty="0">
                <a:solidFill>
                  <a:srgbClr val="A6A6A6"/>
                </a:solidFill>
              </a:rPr>
              <a:t>我们有着和谐的人际关系</a:t>
            </a:r>
            <a:r>
              <a:rPr lang="en-US" altLang="zh-TW" sz="2800" dirty="0">
                <a:solidFill>
                  <a:srgbClr val="A6A6A6"/>
                </a:solidFill>
              </a:rPr>
              <a:t> (</a:t>
            </a:r>
            <a:r>
              <a:rPr lang="zh-TW" altLang="en-US" sz="2800" b="1" dirty="0">
                <a:solidFill>
                  <a:srgbClr val="A6A6A6"/>
                </a:solidFill>
              </a:rPr>
              <a:t>对自己</a:t>
            </a:r>
            <a:r>
              <a:rPr lang="zh-TW" altLang="en-US" sz="2800" dirty="0">
                <a:solidFill>
                  <a:srgbClr val="A6A6A6"/>
                </a:solidFill>
              </a:rPr>
              <a:t>、对</a:t>
            </a:r>
            <a:r>
              <a:rPr lang="zh-CHT" altLang="en-US" sz="2800" dirty="0">
                <a:solidFill>
                  <a:srgbClr val="A6A6A6"/>
                </a:solidFill>
              </a:rPr>
              <a:t>神</a:t>
            </a:r>
            <a:r>
              <a:rPr lang="zh-TW" altLang="en-US" sz="2800" dirty="0">
                <a:solidFill>
                  <a:srgbClr val="A6A6A6"/>
                </a:solidFill>
              </a:rPr>
              <a:t>、对人</a:t>
            </a:r>
            <a:r>
              <a:rPr lang="en-US" altLang="zh-CHT" sz="2800" dirty="0">
                <a:solidFill>
                  <a:srgbClr val="A6A6A6"/>
                </a:solidFill>
              </a:rPr>
              <a:t>), </a:t>
            </a:r>
            <a:r>
              <a:rPr lang="en-US" altLang="zh-TW" sz="2800" dirty="0">
                <a:solidFill>
                  <a:srgbClr val="A6A6A6"/>
                </a:solidFill>
              </a:rPr>
              <a:t> </a:t>
            </a:r>
            <a:r>
              <a:rPr lang="zh-TW" altLang="en-US" sz="2800" dirty="0">
                <a:solidFill>
                  <a:srgbClr val="A6A6A6"/>
                </a:solidFill>
              </a:rPr>
              <a:t>能够过一个美好的生活</a:t>
            </a:r>
            <a:endParaRPr lang="en-US" altLang="zh-TW" sz="2800" dirty="0">
              <a:solidFill>
                <a:srgbClr val="A6A6A6"/>
              </a:solidFill>
            </a:endParaRPr>
          </a:p>
          <a:p>
            <a:pPr marL="914400" lvl="1" indent="-457200">
              <a:buFont typeface="Arial"/>
              <a:buChar char="•"/>
            </a:pPr>
            <a:r>
              <a:rPr lang="zh-TW" altLang="en-US" sz="2800" b="1" dirty="0" smtClean="0"/>
              <a:t>我们将有能力过一个得胜的生活</a:t>
            </a:r>
            <a:endParaRPr lang="en-US" altLang="zh-TW" sz="2800" b="1" dirty="0" smtClean="0"/>
          </a:p>
          <a:p>
            <a:pPr marL="914400" lvl="1" indent="-457200">
              <a:buFont typeface="Arial"/>
              <a:buChar char="•"/>
            </a:pPr>
            <a:endParaRPr lang="en-US" altLang="zh-TW" sz="2800" dirty="0" smtClean="0"/>
          </a:p>
          <a:p>
            <a:pPr lvl="3"/>
            <a:r>
              <a:rPr lang="zh-CHT" altLang="en-US" sz="2600" dirty="0" smtClean="0"/>
              <a:t>現 在 我 往 耶 路 撒 冷 去 ， 心 甚 迫 切 （ 原 文 是 心 被 捆 綁 ） ， 不 知 道 在 那 裏 要 遇 見 甚 麼 事 ；</a:t>
            </a:r>
            <a:r>
              <a:rPr lang="en-US" altLang="zh-CHT" sz="2600" dirty="0" smtClean="0"/>
              <a:t> </a:t>
            </a:r>
            <a:r>
              <a:rPr lang="zh-CHT" altLang="en-US" sz="2600" dirty="0" smtClean="0"/>
              <a:t>但 知 道 聖 靈 在 各 城 裏 向 我 指 證 ， 說 有 捆 鎖 與 患 難 等 待 我 。</a:t>
            </a:r>
          </a:p>
          <a:p>
            <a:pPr lvl="3"/>
            <a:r>
              <a:rPr lang="zh-CHT" altLang="en-US" sz="2600" dirty="0" smtClean="0"/>
              <a:t>我 卻 不 以 性 命 為 念 ， 也 不 看 為 寶 貴 ， 只 要 行 完 我 的 路 程 ， 成 就 我 從 主 耶 穌 所 領 受 的 職 事 ， 證 明 神 恩 惠 的 福 音 。</a:t>
            </a:r>
            <a:r>
              <a:rPr lang="zh-TW" altLang="en-US" sz="2600" dirty="0" smtClean="0"/>
              <a:t>（使徒行传 </a:t>
            </a:r>
            <a:r>
              <a:rPr lang="en-US" altLang="zh-TW" sz="2600" dirty="0" smtClean="0"/>
              <a:t>20</a:t>
            </a:r>
            <a:r>
              <a:rPr lang="zh-TW" altLang="en-US" sz="2600" dirty="0" smtClean="0"/>
              <a:t>：</a:t>
            </a:r>
            <a:r>
              <a:rPr lang="en-US" altLang="zh-TW" sz="2600" dirty="0" smtClean="0"/>
              <a:t>22-24</a:t>
            </a:r>
            <a:r>
              <a:rPr lang="zh-TW" altLang="en-US" sz="2600" dirty="0" smtClean="0"/>
              <a:t>）。</a:t>
            </a:r>
            <a:endParaRPr lang="en-US" altLang="zh-TW" sz="2600" dirty="0" smtClean="0"/>
          </a:p>
        </p:txBody>
      </p:sp>
      <p:sp>
        <p:nvSpPr>
          <p:cNvPr id="10" name="Rectangle 9"/>
          <p:cNvSpPr/>
          <p:nvPr/>
        </p:nvSpPr>
        <p:spPr>
          <a:xfrm>
            <a:off x="4607830" y="3262047"/>
            <a:ext cx="184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HT" alt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0162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535"/>
            <a:ext cx="9144000" cy="6678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zh-TW" altLang="en-US" sz="4000" b="1" dirty="0">
                <a:solidFill>
                  <a:schemeClr val="bg1">
                    <a:lumMod val="75000"/>
                  </a:schemeClr>
                </a:solidFill>
              </a:rPr>
              <a:t>圣灵充满</a:t>
            </a:r>
            <a:r>
              <a:rPr lang="en-US" altLang="zh-TW" sz="4000" b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4000" b="1" dirty="0">
                <a:solidFill>
                  <a:schemeClr val="bg1">
                    <a:lumMod val="75000"/>
                  </a:schemeClr>
                </a:solidFill>
                <a:latin typeface="ＭＳ ゴシック"/>
                <a:ea typeface="ＭＳ ゴシック"/>
                <a:cs typeface="ＭＳ ゴシック"/>
              </a:rPr>
              <a:t>≠</a:t>
            </a:r>
            <a:r>
              <a:rPr lang="zh-TW" altLang="en-US" sz="4000" b="1" dirty="0">
                <a:solidFill>
                  <a:schemeClr val="bg1">
                    <a:lumMod val="75000"/>
                  </a:schemeClr>
                </a:solidFill>
              </a:rPr>
              <a:t>圣灵內住</a:t>
            </a:r>
            <a:endParaRPr lang="en-US" altLang="zh-TW" sz="4000" b="1" dirty="0">
              <a:solidFill>
                <a:schemeClr val="bg1">
                  <a:lumMod val="75000"/>
                </a:schemeClr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zh-TW" altLang="en-US" sz="4000" b="1" dirty="0">
                <a:solidFill>
                  <a:schemeClr val="bg1">
                    <a:lumMod val="75000"/>
                  </a:schemeClr>
                </a:solidFill>
              </a:rPr>
              <a:t>被圣灵充满的先决条件</a:t>
            </a:r>
            <a:endParaRPr lang="en-US" altLang="zh-TW" sz="4000" b="1" dirty="0">
              <a:solidFill>
                <a:schemeClr val="bg1">
                  <a:lumMod val="75000"/>
                </a:schemeClr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zh-TW" altLang="en-US" sz="4000" b="1" dirty="0"/>
              <a:t>被圣灵充满的结果</a:t>
            </a:r>
            <a:endParaRPr lang="en-US" altLang="zh-TW" sz="4000" b="1" dirty="0"/>
          </a:p>
          <a:p>
            <a:pPr marL="914400" lvl="1" indent="-457200">
              <a:buFont typeface="Arial"/>
              <a:buChar char="•"/>
            </a:pPr>
            <a:r>
              <a:rPr lang="zh-TW" altLang="en-US" sz="2800" dirty="0">
                <a:solidFill>
                  <a:srgbClr val="A6A6A6"/>
                </a:solidFill>
              </a:rPr>
              <a:t>我们有着和谐的人际关系</a:t>
            </a:r>
            <a:r>
              <a:rPr lang="en-US" altLang="zh-TW" sz="2800" dirty="0">
                <a:solidFill>
                  <a:srgbClr val="A6A6A6"/>
                </a:solidFill>
              </a:rPr>
              <a:t> (</a:t>
            </a:r>
            <a:r>
              <a:rPr lang="zh-TW" altLang="en-US" sz="2800" b="1" dirty="0">
                <a:solidFill>
                  <a:srgbClr val="A6A6A6"/>
                </a:solidFill>
              </a:rPr>
              <a:t>对自己</a:t>
            </a:r>
            <a:r>
              <a:rPr lang="zh-TW" altLang="en-US" sz="2800" dirty="0">
                <a:solidFill>
                  <a:srgbClr val="A6A6A6"/>
                </a:solidFill>
              </a:rPr>
              <a:t>、对</a:t>
            </a:r>
            <a:r>
              <a:rPr lang="zh-CHT" altLang="en-US" sz="2800" dirty="0">
                <a:solidFill>
                  <a:srgbClr val="A6A6A6"/>
                </a:solidFill>
              </a:rPr>
              <a:t>神</a:t>
            </a:r>
            <a:r>
              <a:rPr lang="zh-TW" altLang="en-US" sz="2800" dirty="0">
                <a:solidFill>
                  <a:srgbClr val="A6A6A6"/>
                </a:solidFill>
              </a:rPr>
              <a:t>、对人</a:t>
            </a:r>
            <a:r>
              <a:rPr lang="en-US" altLang="zh-CHT" sz="2800" dirty="0">
                <a:solidFill>
                  <a:srgbClr val="A6A6A6"/>
                </a:solidFill>
              </a:rPr>
              <a:t>), </a:t>
            </a:r>
            <a:r>
              <a:rPr lang="en-US" altLang="zh-TW" sz="2800" dirty="0">
                <a:solidFill>
                  <a:srgbClr val="A6A6A6"/>
                </a:solidFill>
              </a:rPr>
              <a:t> </a:t>
            </a:r>
            <a:r>
              <a:rPr lang="zh-TW" altLang="en-US" sz="2800" dirty="0">
                <a:solidFill>
                  <a:srgbClr val="A6A6A6"/>
                </a:solidFill>
              </a:rPr>
              <a:t>能够过一个美好的生活</a:t>
            </a:r>
            <a:endParaRPr lang="en-US" altLang="zh-TW" sz="2800" dirty="0">
              <a:solidFill>
                <a:srgbClr val="A6A6A6"/>
              </a:solidFill>
            </a:endParaRPr>
          </a:p>
          <a:p>
            <a:pPr marL="914400" lvl="1" indent="-457200">
              <a:buFont typeface="Arial"/>
              <a:buChar char="•"/>
            </a:pPr>
            <a:r>
              <a:rPr lang="zh-TW" altLang="en-US" sz="2800" dirty="0" smtClean="0">
                <a:solidFill>
                  <a:srgbClr val="A6A6A6"/>
                </a:solidFill>
              </a:rPr>
              <a:t>我们将有能力过一个得胜的生活</a:t>
            </a:r>
            <a:endParaRPr lang="en-US" altLang="zh-TW" sz="2800" dirty="0" smtClean="0">
              <a:solidFill>
                <a:srgbClr val="A6A6A6"/>
              </a:solidFill>
            </a:endParaRPr>
          </a:p>
          <a:p>
            <a:pPr marL="914400" lvl="1" indent="-457200">
              <a:buFont typeface="Arial"/>
              <a:buChar char="•"/>
            </a:pPr>
            <a:r>
              <a:rPr lang="zh-TW" altLang="en-US" sz="2800" b="1" dirty="0" smtClean="0"/>
              <a:t>我们将有能力作见证</a:t>
            </a:r>
            <a:endParaRPr lang="en-US" altLang="zh-TW" sz="2800" b="1" dirty="0" smtClean="0"/>
          </a:p>
          <a:p>
            <a:pPr lvl="2"/>
            <a:endParaRPr lang="en-US" altLang="zh-CHT" sz="2000" dirty="0" smtClean="0"/>
          </a:p>
          <a:p>
            <a:pPr lvl="3"/>
            <a:r>
              <a:rPr lang="zh-CHT" altLang="en-US" sz="2000" dirty="0" smtClean="0"/>
              <a:t>但 聖 靈 降 臨 在 你 們 身 上 ， 你 們 就 必 得 着 能 力 ， 並 要 在 耶 路 撒 冷 、 猶 太 全 地 ， 和 撒 瑪 利 亞 ， 直 到 地 極 ， 作 我 的 見 證</a:t>
            </a:r>
            <a:r>
              <a:rPr lang="zh-TW" altLang="en-US" sz="2000" dirty="0" smtClean="0"/>
              <a:t>（使徒行传 </a:t>
            </a:r>
            <a:r>
              <a:rPr lang="en-US" altLang="zh-TW" sz="2000" dirty="0" smtClean="0"/>
              <a:t>1</a:t>
            </a:r>
            <a:r>
              <a:rPr lang="zh-TW" altLang="en-US" sz="2000" dirty="0" smtClean="0"/>
              <a:t>：</a:t>
            </a:r>
            <a:r>
              <a:rPr lang="en-US" altLang="zh-TW" sz="2000" dirty="0" smtClean="0"/>
              <a:t>8</a:t>
            </a:r>
            <a:r>
              <a:rPr lang="zh-TW" altLang="en-US" sz="2000" dirty="0" smtClean="0"/>
              <a:t>）。</a:t>
            </a:r>
            <a:endParaRPr lang="en-US" altLang="zh-TW" sz="2000" dirty="0" smtClean="0"/>
          </a:p>
          <a:p>
            <a:pPr marL="914400" lvl="1" indent="-457200">
              <a:buFont typeface="Arial"/>
              <a:buChar char="•"/>
            </a:pPr>
            <a:endParaRPr lang="en-US" altLang="zh-TW" sz="2800" dirty="0" smtClean="0"/>
          </a:p>
          <a:p>
            <a:pPr marL="914400" lvl="1" indent="-457200">
              <a:buFont typeface="Arial"/>
              <a:buChar char="•"/>
            </a:pPr>
            <a:r>
              <a:rPr lang="zh-TW" altLang="en-US" sz="2800" b="1" dirty="0" smtClean="0"/>
              <a:t>荣耀基督</a:t>
            </a:r>
            <a:endParaRPr lang="en-US" altLang="zh-TW" sz="2800" b="1" dirty="0" smtClean="0"/>
          </a:p>
          <a:p>
            <a:pPr lvl="2"/>
            <a:endParaRPr lang="en-US" altLang="zh-CHT" sz="2000" dirty="0" smtClean="0"/>
          </a:p>
          <a:p>
            <a:pPr lvl="3"/>
            <a:r>
              <a:rPr lang="zh-CHT" altLang="en-US" sz="2000" dirty="0" smtClean="0"/>
              <a:t>他 要 榮 耀 我 ， 因 為 他 要 將 受 於 我 的 告 訴 你 們 。</a:t>
            </a:r>
            <a:r>
              <a:rPr lang="zh-TW" altLang="en-US" sz="2000" dirty="0" smtClean="0"/>
              <a:t>（约翰福音 </a:t>
            </a:r>
            <a:r>
              <a:rPr lang="en-US" altLang="zh-TW" sz="2000" dirty="0" smtClean="0"/>
              <a:t>16</a:t>
            </a:r>
            <a:r>
              <a:rPr lang="zh-TW" altLang="en-US" sz="2000" dirty="0" smtClean="0"/>
              <a:t>：</a:t>
            </a:r>
            <a:r>
              <a:rPr lang="en-US" altLang="zh-TW" sz="2000" dirty="0" smtClean="0"/>
              <a:t>14</a:t>
            </a:r>
            <a:r>
              <a:rPr lang="zh-TW" altLang="en-US" sz="2000" dirty="0" smtClean="0"/>
              <a:t>）。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4607830" y="3262047"/>
            <a:ext cx="184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HT" alt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2502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8992410" cy="6801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4000" b="1" dirty="0" smtClean="0"/>
              <a:t>结论：我们不是儲存，而是管道。我们必须溢出。祝福必须倾泻而出。请注意圣经中圣灵工作的描述：</a:t>
            </a:r>
          </a:p>
          <a:p>
            <a:endParaRPr lang="zh-TW" altLang="en-US" sz="2800" b="1" dirty="0" smtClean="0"/>
          </a:p>
          <a:p>
            <a:pPr marL="457200" indent="-457200">
              <a:buFont typeface="Arial"/>
              <a:buChar char="•"/>
            </a:pPr>
            <a:r>
              <a:rPr lang="zh-TW" altLang="en-US" sz="3600" b="1" dirty="0" smtClean="0"/>
              <a:t>“涌出永生的水泉”</a:t>
            </a:r>
            <a:endParaRPr lang="en-US" altLang="zh-TW" sz="3600" b="1" dirty="0" smtClean="0"/>
          </a:p>
          <a:p>
            <a:pPr lvl="3"/>
            <a:r>
              <a:rPr lang="zh-CHT" altLang="en-US" sz="3600" dirty="0" smtClean="0"/>
              <a:t>我 所 賜 的 水 要 在 他 裏 頭 成 為 泉 源 ， 直 湧 到 永 生 。</a:t>
            </a:r>
            <a:r>
              <a:rPr lang="zh-TW" altLang="en-US" sz="3600" b="1" dirty="0" smtClean="0"/>
              <a:t>（</a:t>
            </a:r>
            <a:r>
              <a:rPr lang="zh-TW" altLang="en-US" sz="3600" b="1" dirty="0" smtClean="0"/>
              <a:t>约</a:t>
            </a:r>
            <a:r>
              <a:rPr lang="en-US" altLang="zh-TW" sz="3600" b="1" dirty="0" smtClean="0"/>
              <a:t> 4</a:t>
            </a:r>
            <a:r>
              <a:rPr lang="zh-TW" altLang="en-US" sz="3600" b="1" dirty="0" smtClean="0"/>
              <a:t>：</a:t>
            </a:r>
            <a:r>
              <a:rPr lang="en-US" altLang="zh-TW" sz="3600" b="1" dirty="0" smtClean="0"/>
              <a:t>14</a:t>
            </a:r>
            <a:r>
              <a:rPr lang="zh-TW" altLang="en-US" sz="3600" b="1" dirty="0" smtClean="0"/>
              <a:t>）</a:t>
            </a:r>
            <a:endParaRPr lang="zh-TW" altLang="en-US" sz="3600" b="1" dirty="0" smtClean="0"/>
          </a:p>
          <a:p>
            <a:pPr marL="457200" indent="-457200">
              <a:buFont typeface="Arial"/>
              <a:buChar char="•"/>
            </a:pPr>
            <a:r>
              <a:rPr lang="zh-TW" altLang="en-US" sz="3600" b="1" dirty="0" smtClean="0"/>
              <a:t>“必有活水从他们里面流出来”</a:t>
            </a:r>
            <a:endParaRPr lang="en-US" altLang="zh-TW" sz="3600" b="1" dirty="0" smtClean="0"/>
          </a:p>
          <a:p>
            <a:pPr lvl="3"/>
            <a:r>
              <a:rPr lang="zh-CHT" altLang="en-US" sz="3600" dirty="0" smtClean="0"/>
              <a:t>信 我 的 人 就 如 經 上 所 說 ： 『 從 他 腹 中 要 流 出 活 水 的 江 河 來 。 』 」耶 穌 這 話 是 指 着 信 他 之 人 要 受 聖 靈 說 的 。</a:t>
            </a:r>
            <a:r>
              <a:rPr lang="zh-TW" altLang="en-US" sz="3600" b="1" dirty="0" smtClean="0"/>
              <a:t>（</a:t>
            </a:r>
            <a:r>
              <a:rPr lang="zh-TW" altLang="en-US" sz="3600" b="1" dirty="0" smtClean="0"/>
              <a:t>约</a:t>
            </a:r>
            <a:r>
              <a:rPr lang="en-US" altLang="zh-TW" sz="3600" b="1" dirty="0" smtClean="0"/>
              <a:t> 7</a:t>
            </a:r>
            <a:r>
              <a:rPr lang="zh-TW" altLang="en-US" sz="3600" b="1" dirty="0" smtClean="0"/>
              <a:t>：</a:t>
            </a:r>
            <a:r>
              <a:rPr lang="en-US" altLang="zh-TW" sz="3600" b="1" dirty="0" smtClean="0"/>
              <a:t>37-39</a:t>
            </a:r>
            <a:r>
              <a:rPr lang="zh-TW" altLang="en-US" sz="3600" b="1" dirty="0" smtClean="0"/>
              <a:t>）</a:t>
            </a:r>
            <a:endParaRPr lang="zh-TW" altLang="en-US" sz="3600" b="1" dirty="0" smtClean="0"/>
          </a:p>
        </p:txBody>
      </p:sp>
    </p:spTree>
    <p:extLst>
      <p:ext uri="{BB962C8B-B14F-4D97-AF65-F5344CB8AC3E}">
        <p14:creationId xmlns:p14="http://schemas.microsoft.com/office/powerpoint/2010/main" val="32031105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2977"/>
            <a:ext cx="8900885" cy="6309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 smtClean="0"/>
              <a:t>结论：我们不是儲存，而是管道。我们必须溢出。祝福必须倾泻而出。请注意圣经中圣灵工作的描述：</a:t>
            </a:r>
          </a:p>
          <a:p>
            <a:endParaRPr lang="zh-TW" altLang="en-US" sz="3200" b="1" dirty="0" smtClean="0"/>
          </a:p>
          <a:p>
            <a:pPr marL="457200" indent="-457200">
              <a:buFont typeface="Arial"/>
              <a:buChar char="•"/>
            </a:pPr>
            <a:r>
              <a:rPr lang="zh-TW" altLang="en-US" sz="3200" b="1" dirty="0" smtClean="0">
                <a:solidFill>
                  <a:srgbClr val="A6A6A6"/>
                </a:solidFill>
              </a:rPr>
              <a:t>“涌出永生的水泉”</a:t>
            </a:r>
            <a:endParaRPr lang="en-US" altLang="zh-TW" sz="3200" b="1" dirty="0" smtClean="0">
              <a:solidFill>
                <a:srgbClr val="A6A6A6"/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zh-TW" altLang="en-US" sz="3200" b="1" dirty="0" smtClean="0">
                <a:solidFill>
                  <a:srgbClr val="A6A6A6"/>
                </a:solidFill>
              </a:rPr>
              <a:t>“</a:t>
            </a:r>
            <a:r>
              <a:rPr lang="zh-TW" altLang="en-US" sz="3200" b="1" dirty="0" smtClean="0">
                <a:solidFill>
                  <a:srgbClr val="A6A6A6"/>
                </a:solidFill>
              </a:rPr>
              <a:t>必有活水从他们里面流出来</a:t>
            </a:r>
            <a:r>
              <a:rPr lang="zh-TW" altLang="en-US" sz="3200" b="1" dirty="0" smtClean="0">
                <a:solidFill>
                  <a:srgbClr val="A6A6A6"/>
                </a:solidFill>
              </a:rPr>
              <a:t>”</a:t>
            </a:r>
            <a:endParaRPr lang="en-US" altLang="zh-TW" sz="3200" b="1" dirty="0">
              <a:solidFill>
                <a:srgbClr val="A6A6A6"/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zh-TW" altLang="en-US" sz="3200" b="1" dirty="0" smtClean="0"/>
              <a:t>圣灵赐生命</a:t>
            </a:r>
            <a:r>
              <a:rPr lang="en-US" altLang="zh-TW" sz="3200" b="1" dirty="0" smtClean="0"/>
              <a:t>於</a:t>
            </a:r>
            <a:r>
              <a:rPr lang="zh-TW" altLang="en-US" sz="3200" b="1" dirty="0" smtClean="0"/>
              <a:t>我们</a:t>
            </a:r>
            <a:r>
              <a:rPr lang="zh-TW" altLang="en-US" sz="3200" b="1" dirty="0" smtClean="0"/>
              <a:t>必死的身体</a:t>
            </a:r>
            <a:endParaRPr lang="en-US" altLang="zh-TW" sz="3200" b="1" dirty="0" smtClean="0"/>
          </a:p>
          <a:p>
            <a:pPr lvl="2"/>
            <a:r>
              <a:rPr lang="zh-CHT" altLang="en-US" sz="3600" dirty="0" smtClean="0"/>
              <a:t>然 而 ， 叫 耶 穌 從 死 裏 復 活 者 的 靈 若 住 在 你 們 心 裏 ， 那 叫 基 督 耶 穌 從 死 裏 復 活 的 ， 也 必 藉 着 住 在 你 們 心 裏 的 聖 靈 ， 使 你 們 必 死 的 身 體 又 活 過 來 </a:t>
            </a:r>
            <a:r>
              <a:rPr lang="zh-TW" altLang="en-US" sz="3600" b="1" dirty="0" smtClean="0"/>
              <a:t>（罗</a:t>
            </a:r>
            <a:r>
              <a:rPr lang="en-US" altLang="zh-TW" sz="3600" b="1" dirty="0" smtClean="0"/>
              <a:t> 8</a:t>
            </a:r>
            <a:r>
              <a:rPr lang="zh-TW" altLang="en-US" sz="3600" b="1" dirty="0" smtClean="0"/>
              <a:t>：</a:t>
            </a:r>
            <a:r>
              <a:rPr lang="en-US" altLang="zh-TW" sz="3600" b="1" dirty="0" smtClean="0"/>
              <a:t>11</a:t>
            </a:r>
            <a:r>
              <a:rPr lang="zh-TW" altLang="en-US" sz="3600" b="1" dirty="0" smtClean="0"/>
              <a:t>）。</a:t>
            </a:r>
            <a:endParaRPr lang="zh-TW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5815428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7241" y="1498045"/>
            <a:ext cx="7772400" cy="66081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zh-TW" altLang="en-US" sz="8000" b="1" dirty="0" smtClean="0"/>
              <a:t>被圣灵充满</a:t>
            </a:r>
            <a:r>
              <a:rPr lang="en-US" altLang="zh-TW" sz="8000" b="1" dirty="0" smtClean="0"/>
              <a:t/>
            </a:r>
            <a:br>
              <a:rPr lang="en-US" altLang="zh-TW" sz="8000" b="1" dirty="0" smtClean="0"/>
            </a:br>
            <a:r>
              <a:rPr lang="en-US" altLang="zh-TW" b="1" dirty="0" smtClean="0"/>
              <a:t/>
            </a:r>
            <a:br>
              <a:rPr lang="en-US" altLang="zh-TW" b="1" dirty="0" smtClean="0"/>
            </a:br>
            <a:r>
              <a:rPr lang="zh-CHT" altLang="en-US" dirty="0" smtClean="0">
                <a:solidFill>
                  <a:srgbClr val="0000FF"/>
                </a:solidFill>
              </a:rPr>
              <a:t>不 要 醉 酒 ， 酒 能 使 人 放 蕩 ； 乃 要 被 聖 靈 充 滿 。</a:t>
            </a:r>
            <a:r>
              <a:rPr lang="zh-CHT" altLang="en-US" sz="2000" dirty="0" smtClean="0"/>
              <a:t>以 弗 所 書 </a:t>
            </a:r>
            <a:r>
              <a:rPr lang="en-US" altLang="zh-CHT" sz="2000" dirty="0" smtClean="0"/>
              <a:t>5</a:t>
            </a:r>
            <a:r>
              <a:rPr lang="en-US" sz="2000" dirty="0" smtClean="0"/>
              <a:t>:18</a:t>
            </a:r>
            <a:r>
              <a:rPr lang="zh-CHT" altLang="en-US" sz="2000" dirty="0" smtClean="0"/>
              <a:t/>
            </a:r>
            <a:br>
              <a:rPr lang="zh-CHT" altLang="en-US" sz="2000" dirty="0" smtClean="0"/>
            </a:b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775833"/>
            <a:ext cx="9144000" cy="2723178"/>
          </a:xfrm>
        </p:spPr>
        <p:txBody>
          <a:bodyPr>
            <a:normAutofit fontScale="25000" lnSpcReduction="20000"/>
          </a:bodyPr>
          <a:lstStyle/>
          <a:p>
            <a:pPr marL="742950" indent="-742950" algn="l">
              <a:buFont typeface="+mj-lt"/>
              <a:buAutoNum type="arabicPeriod"/>
            </a:pPr>
            <a:r>
              <a:rPr lang="zh-TW" altLang="en-US" sz="12300" b="1" dirty="0" smtClean="0">
                <a:solidFill>
                  <a:srgbClr val="800000"/>
                </a:solidFill>
              </a:rPr>
              <a:t>圣灵充满</a:t>
            </a:r>
            <a:r>
              <a:rPr lang="en-US" altLang="zh-TW" sz="12300" b="1" dirty="0" smtClean="0">
                <a:solidFill>
                  <a:srgbClr val="800000"/>
                </a:solidFill>
              </a:rPr>
              <a:t> </a:t>
            </a:r>
            <a:r>
              <a:rPr lang="en-US" sz="12300" b="1" i="0" dirty="0" smtClean="0">
                <a:solidFill>
                  <a:srgbClr val="800000"/>
                </a:solidFill>
                <a:latin typeface="ＭＳ ゴシック"/>
                <a:ea typeface="ＭＳ ゴシック"/>
                <a:cs typeface="ＭＳ ゴシック"/>
              </a:rPr>
              <a:t>≠</a:t>
            </a:r>
            <a:r>
              <a:rPr lang="zh-TW" altLang="en-US" sz="12300" b="1" dirty="0" smtClean="0">
                <a:solidFill>
                  <a:srgbClr val="800000"/>
                </a:solidFill>
              </a:rPr>
              <a:t>圣灵內住</a:t>
            </a:r>
            <a:endParaRPr lang="en-US" altLang="zh-TW" sz="12300" b="1" dirty="0" smtClean="0">
              <a:solidFill>
                <a:srgbClr val="800000"/>
              </a:solidFill>
            </a:endParaRPr>
          </a:p>
          <a:p>
            <a:pPr marL="742950" indent="-742950" algn="l">
              <a:buFont typeface="+mj-lt"/>
              <a:buAutoNum type="arabicPeriod"/>
            </a:pPr>
            <a:r>
              <a:rPr lang="zh-TW" altLang="en-US" sz="12300" b="1" dirty="0" smtClean="0">
                <a:solidFill>
                  <a:srgbClr val="800000"/>
                </a:solidFill>
              </a:rPr>
              <a:t>被圣灵充满的先决条件</a:t>
            </a:r>
            <a:r>
              <a:rPr lang="en-US" altLang="zh-TW" sz="12300" b="1" dirty="0" smtClean="0">
                <a:solidFill>
                  <a:srgbClr val="800000"/>
                </a:solidFill>
              </a:rPr>
              <a:t> (</a:t>
            </a:r>
            <a:r>
              <a:rPr lang="zh-TW" altLang="en-US" sz="12300" b="1" dirty="0" smtClean="0">
                <a:solidFill>
                  <a:srgbClr val="800000"/>
                </a:solidFill>
              </a:rPr>
              <a:t>神的應許</a:t>
            </a:r>
            <a:r>
              <a:rPr lang="en-US" altLang="zh-TW" sz="12300" b="1" dirty="0" smtClean="0">
                <a:solidFill>
                  <a:srgbClr val="800000"/>
                </a:solidFill>
              </a:rPr>
              <a:t>, </a:t>
            </a:r>
            <a:r>
              <a:rPr lang="zh-TW" altLang="en-US" sz="12300" b="1" dirty="0" smtClean="0">
                <a:solidFill>
                  <a:srgbClr val="800000"/>
                </a:solidFill>
              </a:rPr>
              <a:t>本人渴求</a:t>
            </a:r>
            <a:r>
              <a:rPr lang="en-US" altLang="zh-TW" sz="12300" b="1" dirty="0" smtClean="0">
                <a:solidFill>
                  <a:srgbClr val="800000"/>
                </a:solidFill>
              </a:rPr>
              <a:t>)</a:t>
            </a:r>
            <a:endParaRPr lang="en-US" altLang="zh-TW" sz="12300" b="1" dirty="0">
              <a:solidFill>
                <a:srgbClr val="800000"/>
              </a:solidFill>
            </a:endParaRPr>
          </a:p>
          <a:p>
            <a:pPr marL="742950" indent="-742950" algn="l">
              <a:buFont typeface="+mj-lt"/>
              <a:buAutoNum type="arabicPeriod"/>
            </a:pPr>
            <a:r>
              <a:rPr lang="zh-TW" altLang="en-US" sz="12300" b="1" dirty="0" smtClean="0">
                <a:solidFill>
                  <a:srgbClr val="800000"/>
                </a:solidFill>
              </a:rPr>
              <a:t>被圣灵充满的结果</a:t>
            </a:r>
            <a:r>
              <a:rPr lang="en-US" altLang="zh-TW" sz="12300" b="1" dirty="0" smtClean="0">
                <a:solidFill>
                  <a:srgbClr val="800000"/>
                </a:solidFill>
              </a:rPr>
              <a:t> (</a:t>
            </a:r>
            <a:r>
              <a:rPr lang="zh-TW" altLang="en-US" sz="12300" b="1" dirty="0" smtClean="0">
                <a:solidFill>
                  <a:srgbClr val="800000"/>
                </a:solidFill>
              </a:rPr>
              <a:t>和調</a:t>
            </a:r>
            <a:r>
              <a:rPr lang="en-US" altLang="zh-TW" sz="12300" b="1" dirty="0" smtClean="0">
                <a:solidFill>
                  <a:srgbClr val="800000"/>
                </a:solidFill>
              </a:rPr>
              <a:t>, </a:t>
            </a:r>
            <a:r>
              <a:rPr lang="zh-TW" altLang="en-US" sz="12300" b="1" dirty="0" smtClean="0">
                <a:solidFill>
                  <a:srgbClr val="800000"/>
                </a:solidFill>
              </a:rPr>
              <a:t>美好</a:t>
            </a:r>
            <a:r>
              <a:rPr lang="en-US" altLang="zh-TW" sz="12300" b="1" dirty="0">
                <a:solidFill>
                  <a:srgbClr val="800000"/>
                </a:solidFill>
              </a:rPr>
              <a:t>, </a:t>
            </a:r>
            <a:r>
              <a:rPr lang="en-US" altLang="zh-TW" sz="12300" b="1" dirty="0" smtClean="0">
                <a:solidFill>
                  <a:srgbClr val="800000"/>
                </a:solidFill>
              </a:rPr>
              <a:t> </a:t>
            </a:r>
            <a:r>
              <a:rPr lang="zh-TW" altLang="en-US" sz="12300" b="1" dirty="0" smtClean="0">
                <a:solidFill>
                  <a:srgbClr val="800000"/>
                </a:solidFill>
              </a:rPr>
              <a:t>得勝</a:t>
            </a:r>
            <a:r>
              <a:rPr lang="en-US" altLang="zh-TW" sz="12300" b="1" dirty="0" smtClean="0">
                <a:solidFill>
                  <a:srgbClr val="800000"/>
                </a:solidFill>
              </a:rPr>
              <a:t> </a:t>
            </a:r>
            <a:r>
              <a:rPr lang="en-US" altLang="zh-TW" sz="12300" b="1" dirty="0">
                <a:solidFill>
                  <a:srgbClr val="800000"/>
                </a:solidFill>
              </a:rPr>
              <a:t>, </a:t>
            </a:r>
            <a:r>
              <a:rPr lang="en-US" altLang="zh-TW" sz="12300" b="1" dirty="0" smtClean="0">
                <a:solidFill>
                  <a:srgbClr val="800000"/>
                </a:solidFill>
              </a:rPr>
              <a:t> </a:t>
            </a:r>
            <a:r>
              <a:rPr lang="zh-TW" altLang="en-US" sz="12300" b="1" dirty="0" smtClean="0">
                <a:solidFill>
                  <a:srgbClr val="800000"/>
                </a:solidFill>
              </a:rPr>
              <a:t>榮耀基督的生活</a:t>
            </a:r>
            <a:r>
              <a:rPr lang="en-US" altLang="zh-TW" sz="12300" b="1" dirty="0" smtClean="0">
                <a:solidFill>
                  <a:srgbClr val="800000"/>
                </a:solidFill>
              </a:rPr>
              <a:t>)</a:t>
            </a:r>
          </a:p>
          <a:p>
            <a:pPr marL="742950" indent="-742950" algn="l">
              <a:buFont typeface="+mj-lt"/>
              <a:buAutoNum type="arabicPeriod"/>
            </a:pPr>
            <a:endParaRPr lang="en-US" altLang="zh-TW" sz="12300" b="1" dirty="0">
              <a:solidFill>
                <a:srgbClr val="800000"/>
              </a:solidFill>
            </a:endParaRPr>
          </a:p>
          <a:p>
            <a:pPr algn="l"/>
            <a:r>
              <a:rPr lang="zh-TW" altLang="en-US" sz="12300" b="1" dirty="0" smtClean="0">
                <a:solidFill>
                  <a:srgbClr val="800000"/>
                </a:solidFill>
              </a:rPr>
              <a:t>结论</a:t>
            </a:r>
            <a:r>
              <a:rPr lang="en-US" altLang="zh-TW" sz="12300" b="1" dirty="0" smtClean="0">
                <a:solidFill>
                  <a:srgbClr val="800000"/>
                </a:solidFill>
              </a:rPr>
              <a:t>: </a:t>
            </a:r>
            <a:r>
              <a:rPr lang="zh-TW" altLang="en-US" sz="12300" b="1" u="sng" dirty="0" smtClean="0">
                <a:solidFill>
                  <a:srgbClr val="800000"/>
                </a:solidFill>
              </a:rPr>
              <a:t>我们</a:t>
            </a:r>
            <a:r>
              <a:rPr lang="en-US" altLang="zh-TW" sz="12300" b="1" u="sng" dirty="0" smtClean="0">
                <a:solidFill>
                  <a:srgbClr val="800000"/>
                </a:solidFill>
              </a:rPr>
              <a:t>	</a:t>
            </a:r>
            <a:r>
              <a:rPr lang="zh-TW" altLang="en-US" sz="12300" b="1" u="sng" dirty="0" smtClean="0">
                <a:solidFill>
                  <a:srgbClr val="800000"/>
                </a:solidFill>
              </a:rPr>
              <a:t>成為神在基督內</a:t>
            </a:r>
            <a:r>
              <a:rPr lang="en-US" altLang="zh-TW" sz="12300" b="1" u="sng" dirty="0" smtClean="0">
                <a:solidFill>
                  <a:srgbClr val="800000"/>
                </a:solidFill>
              </a:rPr>
              <a:t>	</a:t>
            </a:r>
            <a:r>
              <a:rPr lang="zh-TW" altLang="en-US" sz="12300" b="1" u="sng" dirty="0" smtClean="0">
                <a:solidFill>
                  <a:srgbClr val="800000"/>
                </a:solidFill>
              </a:rPr>
              <a:t>聖靈自由運行的管道</a:t>
            </a:r>
            <a:endParaRPr lang="en-US" altLang="zh-TW" sz="12300" b="1" u="sng" dirty="0" smtClean="0">
              <a:solidFill>
                <a:srgbClr val="800000"/>
              </a:solidFill>
            </a:endParaRPr>
          </a:p>
          <a:p>
            <a:endParaRPr lang="en-US" altLang="zh-TW" b="1" dirty="0" smtClean="0"/>
          </a:p>
          <a:p>
            <a:endParaRPr lang="en-US" altLang="zh-TW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352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 dirty="0" smtClean="0"/>
              <a:t>復習</a:t>
            </a:r>
            <a:endParaRPr lang="en-US" sz="9600" dirty="0"/>
          </a:p>
        </p:txBody>
      </p:sp>
      <p:sp>
        <p:nvSpPr>
          <p:cNvPr id="4" name="Rectangle 3"/>
          <p:cNvSpPr/>
          <p:nvPr/>
        </p:nvSpPr>
        <p:spPr>
          <a:xfrm>
            <a:off x="4479667" y="3244334"/>
            <a:ext cx="184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4479667" y="3244334"/>
            <a:ext cx="184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33312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1250"/>
            <a:ext cx="7772400" cy="1470025"/>
          </a:xfrm>
        </p:spPr>
        <p:txBody>
          <a:bodyPr>
            <a:noAutofit/>
          </a:bodyPr>
          <a:lstStyle/>
          <a:p>
            <a:r>
              <a:rPr lang="en-US" sz="7200" b="1" dirty="0"/>
              <a:t>FEAR THE LORD</a:t>
            </a:r>
            <a:r>
              <a:rPr lang="en-US" sz="7200" dirty="0"/>
              <a:t/>
            </a:r>
            <a:br>
              <a:rPr lang="en-US" sz="7200" dirty="0"/>
            </a:br>
            <a:r>
              <a:rPr lang="en-US" sz="7200" b="1" dirty="0"/>
              <a:t>敬畏神</a:t>
            </a:r>
            <a:r>
              <a:rPr lang="en-US" sz="7200" dirty="0"/>
              <a:t/>
            </a:r>
            <a:br>
              <a:rPr lang="en-US" sz="7200" dirty="0"/>
            </a:br>
            <a:endParaRPr lang="en-US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2851635"/>
            <a:ext cx="7892129" cy="3606478"/>
          </a:xfrm>
        </p:spPr>
        <p:txBody>
          <a:bodyPr>
            <a:normAutofit fontScale="92500" lnSpcReduction="10000"/>
          </a:bodyPr>
          <a:lstStyle/>
          <a:p>
            <a:pPr lvl="0" algn="l"/>
            <a:r>
              <a:rPr lang="en-US" sz="3900" b="1" dirty="0">
                <a:solidFill>
                  <a:srgbClr val="FF0000"/>
                </a:solidFill>
              </a:rPr>
              <a:t>What do we fear</a:t>
            </a:r>
            <a:r>
              <a:rPr lang="en-US" sz="3900" b="1" dirty="0" smtClean="0">
                <a:solidFill>
                  <a:srgbClr val="FF0000"/>
                </a:solidFill>
              </a:rPr>
              <a:t>?</a:t>
            </a:r>
            <a:r>
              <a:rPr lang="zh-TW" altLang="en-US" sz="3900" b="1" dirty="0">
                <a:solidFill>
                  <a:srgbClr val="FF0000"/>
                </a:solidFill>
              </a:rPr>
              <a:t> </a:t>
            </a:r>
            <a:endParaRPr lang="en-US" altLang="zh-TW" sz="3900" b="1" dirty="0" smtClean="0">
              <a:solidFill>
                <a:srgbClr val="FF0000"/>
              </a:solidFill>
            </a:endParaRPr>
          </a:p>
          <a:p>
            <a:pPr lvl="1" algn="l"/>
            <a:r>
              <a:rPr lang="en-US" altLang="zh-TW" sz="3900" b="1" dirty="0" smtClean="0">
                <a:solidFill>
                  <a:srgbClr val="FF0000"/>
                </a:solidFill>
              </a:rPr>
              <a:t>	</a:t>
            </a:r>
            <a:r>
              <a:rPr lang="zh-TW" altLang="en-US" sz="3900" b="1" dirty="0" smtClean="0">
                <a:solidFill>
                  <a:srgbClr val="FF0000"/>
                </a:solidFill>
              </a:rPr>
              <a:t>我们害怕什么</a:t>
            </a:r>
            <a:r>
              <a:rPr lang="zh-TW" altLang="en-US" sz="3900" b="1" dirty="0">
                <a:solidFill>
                  <a:srgbClr val="FF0000"/>
                </a:solidFill>
              </a:rPr>
              <a:t>？</a:t>
            </a:r>
            <a:endParaRPr lang="en-US" sz="3900" b="1" dirty="0" smtClean="0">
              <a:solidFill>
                <a:srgbClr val="FF0000"/>
              </a:solidFill>
            </a:endParaRPr>
          </a:p>
          <a:p>
            <a:pPr lvl="0" algn="l"/>
            <a:r>
              <a:rPr lang="en-US" sz="3900" b="1" dirty="0">
                <a:solidFill>
                  <a:srgbClr val="FF0000"/>
                </a:solidFill>
              </a:rPr>
              <a:t>What the Bible teaches us not to </a:t>
            </a:r>
            <a:r>
              <a:rPr lang="en-US" sz="3900" b="1" dirty="0" smtClean="0">
                <a:solidFill>
                  <a:srgbClr val="FF0000"/>
                </a:solidFill>
              </a:rPr>
              <a:t>fear</a:t>
            </a:r>
            <a:r>
              <a:rPr lang="en-US" sz="3900" b="1" dirty="0" smtClean="0">
                <a:solidFill>
                  <a:srgbClr val="FF0000"/>
                </a:solidFill>
                <a:effectLst/>
              </a:rPr>
              <a:t>?</a:t>
            </a:r>
          </a:p>
          <a:p>
            <a:pPr lvl="0" algn="l"/>
            <a:r>
              <a:rPr lang="en-US" altLang="zh-TW" sz="3900" b="1" dirty="0">
                <a:solidFill>
                  <a:srgbClr val="FF0000"/>
                </a:solidFill>
              </a:rPr>
              <a:t>	</a:t>
            </a:r>
            <a:r>
              <a:rPr lang="en-US" altLang="zh-TW" sz="3900" b="1" dirty="0" smtClean="0">
                <a:solidFill>
                  <a:srgbClr val="FF0000"/>
                </a:solidFill>
              </a:rPr>
              <a:t>	</a:t>
            </a:r>
            <a:r>
              <a:rPr lang="zh-TW" altLang="en-US" sz="3900" b="1" dirty="0" smtClean="0">
                <a:solidFill>
                  <a:srgbClr val="FF0000"/>
                </a:solidFill>
              </a:rPr>
              <a:t>圣经教导我们不要害怕什么？</a:t>
            </a:r>
            <a:endParaRPr lang="en-US" altLang="zh-TW" sz="3900" b="1" dirty="0" smtClean="0">
              <a:solidFill>
                <a:srgbClr val="FF0000"/>
              </a:solidFill>
            </a:endParaRPr>
          </a:p>
          <a:p>
            <a:pPr lvl="0" algn="l"/>
            <a:r>
              <a:rPr lang="en-US" sz="3900" b="1" dirty="0" smtClean="0">
                <a:solidFill>
                  <a:srgbClr val="FF0000"/>
                </a:solidFill>
              </a:rPr>
              <a:t>What </a:t>
            </a:r>
            <a:r>
              <a:rPr lang="en-US" sz="3900" b="1" dirty="0">
                <a:solidFill>
                  <a:srgbClr val="FF0000"/>
                </a:solidFill>
              </a:rPr>
              <a:t>the Bible teaches us to fear</a:t>
            </a:r>
            <a:r>
              <a:rPr lang="en-US" sz="3900" b="1" dirty="0" smtClean="0">
                <a:solidFill>
                  <a:srgbClr val="FF0000"/>
                </a:solidFill>
              </a:rPr>
              <a:t>?</a:t>
            </a:r>
          </a:p>
          <a:p>
            <a:pPr lvl="0" algn="l"/>
            <a:r>
              <a:rPr lang="en-US" altLang="zh-TW" sz="3900" b="1" dirty="0">
                <a:solidFill>
                  <a:srgbClr val="FF0000"/>
                </a:solidFill>
              </a:rPr>
              <a:t>	</a:t>
            </a:r>
            <a:r>
              <a:rPr lang="en-US" altLang="zh-TW" sz="3900" b="1" dirty="0" smtClean="0">
                <a:solidFill>
                  <a:srgbClr val="FF0000"/>
                </a:solidFill>
              </a:rPr>
              <a:t>	</a:t>
            </a:r>
            <a:r>
              <a:rPr lang="zh-TW" altLang="en-US" sz="3900" b="1" dirty="0" smtClean="0">
                <a:solidFill>
                  <a:srgbClr val="FF0000"/>
                </a:solidFill>
              </a:rPr>
              <a:t>圣经教导我们</a:t>
            </a:r>
            <a:r>
              <a:rPr lang="zh-TW" altLang="en-US" sz="3900" b="1" dirty="0">
                <a:solidFill>
                  <a:srgbClr val="FF0000"/>
                </a:solidFill>
              </a:rPr>
              <a:t>要</a:t>
            </a:r>
            <a:r>
              <a:rPr lang="zh-TW" altLang="en-US" sz="3900" b="1" dirty="0" smtClean="0">
                <a:solidFill>
                  <a:srgbClr val="FF0000"/>
                </a:solidFill>
              </a:rPr>
              <a:t>害怕什么</a:t>
            </a:r>
            <a:r>
              <a:rPr lang="zh-TW" altLang="en-US" sz="3900" b="1" dirty="0">
                <a:solidFill>
                  <a:srgbClr val="FF0000"/>
                </a:solidFill>
              </a:rPr>
              <a:t>？</a:t>
            </a:r>
          </a:p>
          <a:p>
            <a:pPr marL="514350" indent="-514350" algn="l">
              <a:buFont typeface="+mj-lt"/>
              <a:buAutoNum type="arabicPeriod"/>
            </a:pPr>
            <a:endParaRPr lang="en-US" dirty="0" smtClean="0">
              <a:solidFill>
                <a:srgbClr val="FF0000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2903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15211"/>
            <a:ext cx="9144000" cy="1599514"/>
          </a:xfrm>
        </p:spPr>
        <p:txBody>
          <a:bodyPr>
            <a:noAutofit/>
          </a:bodyPr>
          <a:lstStyle/>
          <a:p>
            <a:r>
              <a:rPr lang="en-US" sz="7200" dirty="0"/>
              <a:t/>
            </a:r>
            <a:br>
              <a:rPr lang="en-US" sz="7200" dirty="0"/>
            </a:br>
            <a:r>
              <a:rPr lang="zh-TW" altLang="en-US" sz="7200" b="1" u="sng" dirty="0">
                <a:solidFill>
                  <a:srgbClr val="3366FF"/>
                </a:solidFill>
              </a:rPr>
              <a:t>圣洁的</a:t>
            </a:r>
            <a:r>
              <a:rPr lang="zh-TW" altLang="en-US" sz="7200" b="1" u="sng" dirty="0" smtClean="0">
                <a:solidFill>
                  <a:srgbClr val="3366FF"/>
                </a:solidFill>
              </a:rPr>
              <a:t>生活</a:t>
            </a:r>
            <a:r>
              <a:rPr lang="en-US" altLang="zh-TW" sz="7200" b="1" u="sng" dirty="0" smtClean="0">
                <a:solidFill>
                  <a:srgbClr val="3366FF"/>
                </a:solidFill>
              </a:rPr>
              <a:t> </a:t>
            </a:r>
            <a:r>
              <a:rPr lang="en-US" altLang="zh-TW" sz="7200" b="1" u="sng" dirty="0" smtClean="0"/>
              <a:t>---</a:t>
            </a:r>
            <a:r>
              <a:rPr lang="en-US" altLang="zh-TW" sz="7200" b="1" u="sng" dirty="0" smtClean="0">
                <a:solidFill>
                  <a:srgbClr val="3366FF"/>
                </a:solidFill>
              </a:rPr>
              <a:t> </a:t>
            </a:r>
            <a:r>
              <a:rPr lang="en-US" sz="7200" b="1" dirty="0" smtClean="0">
                <a:solidFill>
                  <a:srgbClr val="008000"/>
                </a:solidFill>
              </a:rPr>
              <a:t>敬畏</a:t>
            </a:r>
            <a:r>
              <a:rPr lang="en-US" sz="7200" b="1" dirty="0">
                <a:solidFill>
                  <a:srgbClr val="008000"/>
                </a:solidFill>
              </a:rPr>
              <a:t>神</a:t>
            </a:r>
            <a:r>
              <a:rPr lang="en-US" sz="7200" dirty="0">
                <a:solidFill>
                  <a:srgbClr val="3366FF"/>
                </a:solidFill>
              </a:rPr>
              <a:t/>
            </a:r>
            <a:br>
              <a:rPr lang="en-US" sz="7200" dirty="0">
                <a:solidFill>
                  <a:srgbClr val="3366FF"/>
                </a:solidFill>
              </a:rPr>
            </a:br>
            <a:endParaRPr lang="en-US" sz="7200" dirty="0">
              <a:solidFill>
                <a:srgbClr val="3366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3273" y="2114725"/>
            <a:ext cx="8530007" cy="4654910"/>
          </a:xfrm>
        </p:spPr>
        <p:txBody>
          <a:bodyPr>
            <a:normAutofit fontScale="85000" lnSpcReduction="20000"/>
          </a:bodyPr>
          <a:lstStyle/>
          <a:p>
            <a:pPr lvl="0" algn="l"/>
            <a:r>
              <a:rPr lang="en-US" sz="3900" b="1" dirty="0">
                <a:solidFill>
                  <a:srgbClr val="FF0000"/>
                </a:solidFill>
              </a:rPr>
              <a:t>What do we fear?</a:t>
            </a:r>
            <a:r>
              <a:rPr lang="zh-TW" altLang="en-US" sz="3900" b="1" dirty="0">
                <a:solidFill>
                  <a:srgbClr val="FF0000"/>
                </a:solidFill>
              </a:rPr>
              <a:t> </a:t>
            </a:r>
            <a:endParaRPr lang="en-US" altLang="zh-TW" sz="3900" b="1" dirty="0" smtClean="0">
              <a:solidFill>
                <a:srgbClr val="FF0000"/>
              </a:solidFill>
            </a:endParaRPr>
          </a:p>
          <a:p>
            <a:pPr lvl="0" algn="l"/>
            <a:r>
              <a:rPr lang="en-US" altLang="zh-TW" sz="3900" b="1" dirty="0">
                <a:solidFill>
                  <a:srgbClr val="FF0000"/>
                </a:solidFill>
              </a:rPr>
              <a:t>	</a:t>
            </a:r>
            <a:r>
              <a:rPr lang="en-US" altLang="zh-TW" sz="3900" b="1" dirty="0" smtClean="0">
                <a:solidFill>
                  <a:srgbClr val="FF0000"/>
                </a:solidFill>
              </a:rPr>
              <a:t>	</a:t>
            </a:r>
            <a:r>
              <a:rPr lang="zh-TW" altLang="en-US" sz="3900" b="1" dirty="0" smtClean="0">
                <a:solidFill>
                  <a:srgbClr val="FF0000"/>
                </a:solidFill>
              </a:rPr>
              <a:t>我们害怕什么？</a:t>
            </a:r>
            <a:endParaRPr lang="en-US" altLang="zh-TW" sz="3900" b="1" dirty="0" smtClean="0">
              <a:solidFill>
                <a:srgbClr val="FF0000"/>
              </a:solidFill>
            </a:endParaRPr>
          </a:p>
          <a:p>
            <a:pPr lvl="1" algn="l"/>
            <a:r>
              <a:rPr lang="en-US" sz="3500" dirty="0" smtClean="0">
                <a:solidFill>
                  <a:schemeClr val="tx1"/>
                </a:solidFill>
              </a:rPr>
              <a:t>	人</a:t>
            </a:r>
            <a:r>
              <a:rPr lang="en-US" sz="3500" dirty="0">
                <a:solidFill>
                  <a:schemeClr val="tx1"/>
                </a:solidFill>
              </a:rPr>
              <a:t>/鬼/死亡</a:t>
            </a:r>
          </a:p>
          <a:p>
            <a:pPr lvl="0" algn="l"/>
            <a:r>
              <a:rPr lang="en-US" sz="3900" b="1" dirty="0">
                <a:solidFill>
                  <a:srgbClr val="FF0000"/>
                </a:solidFill>
              </a:rPr>
              <a:t>What the Bible teaches us not to fear?</a:t>
            </a:r>
          </a:p>
          <a:p>
            <a:pPr lvl="0" algn="l"/>
            <a:r>
              <a:rPr lang="en-US" altLang="zh-TW" sz="3900" b="1" dirty="0">
                <a:solidFill>
                  <a:srgbClr val="FF0000"/>
                </a:solidFill>
              </a:rPr>
              <a:t>		</a:t>
            </a:r>
            <a:r>
              <a:rPr lang="zh-TW" altLang="en-US" sz="3900" b="1" dirty="0">
                <a:solidFill>
                  <a:srgbClr val="FF0000"/>
                </a:solidFill>
              </a:rPr>
              <a:t>圣经教导我们不要害怕什么</a:t>
            </a:r>
            <a:r>
              <a:rPr lang="zh-TW" altLang="en-US" sz="3900" b="1" dirty="0" smtClean="0">
                <a:solidFill>
                  <a:srgbClr val="FF0000"/>
                </a:solidFill>
              </a:rPr>
              <a:t>？</a:t>
            </a:r>
            <a:endParaRPr lang="en-US" altLang="zh-TW" sz="3900" b="1" dirty="0" smtClean="0">
              <a:solidFill>
                <a:srgbClr val="FF0000"/>
              </a:solidFill>
            </a:endParaRPr>
          </a:p>
          <a:p>
            <a:pPr algn="l"/>
            <a:r>
              <a:rPr lang="en-US" altLang="zh-TW" sz="3900" b="1" dirty="0">
                <a:solidFill>
                  <a:srgbClr val="FF0000"/>
                </a:solidFill>
              </a:rPr>
              <a:t>	</a:t>
            </a:r>
            <a:r>
              <a:rPr lang="en-US" altLang="zh-TW" sz="3900" b="1" dirty="0" smtClean="0">
                <a:solidFill>
                  <a:srgbClr val="FF0000"/>
                </a:solidFill>
              </a:rPr>
              <a:t>	</a:t>
            </a:r>
            <a:r>
              <a:rPr lang="zh-TW" altLang="en-US" sz="3900" b="1" dirty="0">
                <a:solidFill>
                  <a:schemeClr val="tx1"/>
                </a:solidFill>
              </a:rPr>
              <a:t>供应</a:t>
            </a:r>
            <a:r>
              <a:rPr lang="en-US" altLang="zh-TW" sz="3900" b="1" dirty="0">
                <a:solidFill>
                  <a:schemeClr val="tx1"/>
                </a:solidFill>
              </a:rPr>
              <a:t>/</a:t>
            </a:r>
            <a:r>
              <a:rPr lang="zh-TW" altLang="en-US" sz="3900" b="1" dirty="0">
                <a:solidFill>
                  <a:schemeClr val="tx1"/>
                </a:solidFill>
              </a:rPr>
              <a:t>健康</a:t>
            </a:r>
            <a:r>
              <a:rPr lang="en-US" altLang="zh-TW" sz="3900" b="1" dirty="0" smtClean="0">
                <a:solidFill>
                  <a:schemeClr val="tx1"/>
                </a:solidFill>
              </a:rPr>
              <a:t>/</a:t>
            </a:r>
            <a:r>
              <a:rPr lang="zh-TW" altLang="en-US" sz="4000" b="1" dirty="0" smtClean="0">
                <a:solidFill>
                  <a:schemeClr val="tx1"/>
                </a:solidFill>
              </a:rPr>
              <a:t>生命</a:t>
            </a:r>
            <a:r>
              <a:rPr lang="en-US" altLang="zh-TW" sz="3900" b="1" dirty="0" smtClean="0">
                <a:solidFill>
                  <a:schemeClr val="tx1"/>
                </a:solidFill>
              </a:rPr>
              <a:t>/</a:t>
            </a:r>
            <a:r>
              <a:rPr lang="zh-TW" altLang="en-US" sz="3900" b="1" dirty="0">
                <a:solidFill>
                  <a:schemeClr val="tx1"/>
                </a:solidFill>
              </a:rPr>
              <a:t>死</a:t>
            </a:r>
            <a:r>
              <a:rPr lang="en-US" altLang="zh-TW" sz="3900" b="1" dirty="0">
                <a:solidFill>
                  <a:schemeClr val="tx1"/>
                </a:solidFill>
              </a:rPr>
              <a:t>/</a:t>
            </a:r>
            <a:r>
              <a:rPr lang="zh-TW" altLang="en-US" sz="3900" b="1" dirty="0">
                <a:solidFill>
                  <a:schemeClr val="tx1"/>
                </a:solidFill>
              </a:rPr>
              <a:t>传道</a:t>
            </a:r>
            <a:endParaRPr lang="en-US" altLang="zh-TW" sz="3900" b="1" dirty="0">
              <a:solidFill>
                <a:schemeClr val="tx1"/>
              </a:solidFill>
            </a:endParaRPr>
          </a:p>
          <a:p>
            <a:pPr lvl="0" algn="l"/>
            <a:r>
              <a:rPr lang="en-US" sz="3900" b="1" dirty="0">
                <a:solidFill>
                  <a:srgbClr val="FF0000"/>
                </a:solidFill>
              </a:rPr>
              <a:t>What the Bible teaches us to fear?</a:t>
            </a:r>
          </a:p>
          <a:p>
            <a:pPr lvl="0" algn="l"/>
            <a:r>
              <a:rPr lang="en-US" altLang="zh-TW" sz="3900" b="1" dirty="0">
                <a:solidFill>
                  <a:srgbClr val="FF0000"/>
                </a:solidFill>
              </a:rPr>
              <a:t>		</a:t>
            </a:r>
            <a:r>
              <a:rPr lang="zh-TW" altLang="en-US" sz="3900" b="1" dirty="0" smtClean="0">
                <a:solidFill>
                  <a:srgbClr val="FF0000"/>
                </a:solidFill>
              </a:rPr>
              <a:t>圣经教导我们</a:t>
            </a:r>
            <a:r>
              <a:rPr lang="zh-TW" altLang="en-US" sz="3900" b="1" dirty="0">
                <a:solidFill>
                  <a:srgbClr val="FF0000"/>
                </a:solidFill>
              </a:rPr>
              <a:t>要</a:t>
            </a:r>
            <a:r>
              <a:rPr lang="zh-TW" altLang="en-US" sz="3900" b="1" dirty="0" smtClean="0">
                <a:solidFill>
                  <a:srgbClr val="FF0000"/>
                </a:solidFill>
              </a:rPr>
              <a:t>害怕什么？</a:t>
            </a:r>
            <a:endParaRPr lang="en-US" altLang="zh-TW" sz="3900" b="1" dirty="0" smtClean="0">
              <a:solidFill>
                <a:srgbClr val="FF0000"/>
              </a:solidFill>
            </a:endParaRPr>
          </a:p>
          <a:p>
            <a:pPr lvl="0" algn="l"/>
            <a:r>
              <a:rPr lang="en-US" altLang="zh-TW" sz="3900" b="1" dirty="0">
                <a:solidFill>
                  <a:srgbClr val="FF0000"/>
                </a:solidFill>
              </a:rPr>
              <a:t>	</a:t>
            </a:r>
            <a:r>
              <a:rPr lang="en-US" altLang="zh-TW" sz="3900" b="1" dirty="0" smtClean="0">
                <a:solidFill>
                  <a:srgbClr val="FF0000"/>
                </a:solidFill>
              </a:rPr>
              <a:t>	</a:t>
            </a:r>
            <a:r>
              <a:rPr lang="zh-TW" altLang="en-US" sz="3900" b="1" dirty="0">
                <a:solidFill>
                  <a:srgbClr val="000000"/>
                </a:solidFill>
              </a:rPr>
              <a:t>上帝</a:t>
            </a:r>
            <a:r>
              <a:rPr lang="en-US" altLang="zh-TW" sz="3900" b="1" dirty="0">
                <a:solidFill>
                  <a:srgbClr val="000000"/>
                </a:solidFill>
              </a:rPr>
              <a:t>/</a:t>
            </a:r>
            <a:r>
              <a:rPr lang="zh-TW" altLang="en-US" sz="3900" b="1" dirty="0">
                <a:solidFill>
                  <a:srgbClr val="000000"/>
                </a:solidFill>
              </a:rPr>
              <a:t>基督</a:t>
            </a:r>
            <a:r>
              <a:rPr lang="en-US" altLang="zh-TW" sz="3900" b="1" dirty="0" smtClean="0">
                <a:solidFill>
                  <a:srgbClr val="000000"/>
                </a:solidFill>
              </a:rPr>
              <a:t>/</a:t>
            </a:r>
            <a:r>
              <a:rPr lang="zh-TW" altLang="en-US" sz="3900" b="1" dirty="0" smtClean="0">
                <a:solidFill>
                  <a:srgbClr val="000000"/>
                </a:solidFill>
              </a:rPr>
              <a:t>成圣</a:t>
            </a:r>
            <a:r>
              <a:rPr lang="en-US" altLang="zh-TW" sz="3900" b="1" dirty="0" smtClean="0">
                <a:solidFill>
                  <a:srgbClr val="000000"/>
                </a:solidFill>
              </a:rPr>
              <a:t>/</a:t>
            </a:r>
            <a:r>
              <a:rPr lang="zh-TW" altLang="en-US" sz="3900" b="1" dirty="0">
                <a:solidFill>
                  <a:srgbClr val="000000"/>
                </a:solidFill>
              </a:rPr>
              <a:t>堕落</a:t>
            </a:r>
            <a:r>
              <a:rPr lang="en-US" altLang="zh-TW" sz="3900" b="1" dirty="0">
                <a:solidFill>
                  <a:srgbClr val="000000"/>
                </a:solidFill>
              </a:rPr>
              <a:t>/</a:t>
            </a:r>
            <a:r>
              <a:rPr lang="zh-TW" altLang="en-US" sz="3900" b="1" dirty="0">
                <a:solidFill>
                  <a:srgbClr val="000000"/>
                </a:solidFill>
              </a:rPr>
              <a:t>伯特利</a:t>
            </a:r>
          </a:p>
          <a:p>
            <a:pPr marL="514350" lvl="0" indent="-514350" algn="l">
              <a:buFont typeface="+mj-lt"/>
              <a:buAutoNum type="arabicPeriod"/>
            </a:pPr>
            <a:endParaRPr lang="en-US" b="1" dirty="0" smtClean="0">
              <a:solidFill>
                <a:srgbClr val="FF0000"/>
              </a:solidFill>
            </a:endParaRPr>
          </a:p>
          <a:p>
            <a:pPr marL="514350" lvl="0" indent="-514350" algn="l">
              <a:buFont typeface="+mj-lt"/>
              <a:buAutoNum type="arabicPeriod"/>
            </a:pPr>
            <a:endParaRPr lang="en-US" b="1" dirty="0">
              <a:solidFill>
                <a:srgbClr val="FF0000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0389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705" y="251616"/>
            <a:ext cx="8446144" cy="6801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6000" b="1" u="sng" dirty="0" smtClean="0">
                <a:solidFill>
                  <a:srgbClr val="FF0000"/>
                </a:solidFill>
              </a:rPr>
              <a:t>圣洁的生活</a:t>
            </a:r>
            <a:r>
              <a:rPr lang="en-US" altLang="zh-TW" sz="6000" b="1" u="sng" dirty="0" smtClean="0">
                <a:solidFill>
                  <a:srgbClr val="FF0000"/>
                </a:solidFill>
              </a:rPr>
              <a:t> </a:t>
            </a:r>
            <a:r>
              <a:rPr lang="en-US" altLang="zh-TW" sz="6000" b="1" u="sng" dirty="0" smtClean="0"/>
              <a:t> </a:t>
            </a:r>
            <a:r>
              <a:rPr lang="en-US" sz="6000" b="1" u="sng" dirty="0" smtClean="0">
                <a:solidFill>
                  <a:srgbClr val="0000FF"/>
                </a:solidFill>
              </a:rPr>
              <a:t>Holy Living </a:t>
            </a:r>
            <a:endParaRPr lang="en-US" sz="6000" dirty="0" smtClean="0">
              <a:solidFill>
                <a:srgbClr val="0000FF"/>
              </a:solidFill>
            </a:endParaRPr>
          </a:p>
          <a:p>
            <a:r>
              <a:rPr lang="zh-TW" altLang="en-US" b="1" u="sng" dirty="0" smtClean="0"/>
              <a:t> </a:t>
            </a:r>
          </a:p>
          <a:p>
            <a:pPr marL="571500" indent="-571500">
              <a:buFont typeface="Wingdings" charset="2"/>
              <a:buChar char="u"/>
            </a:pPr>
            <a:r>
              <a:rPr lang="en-US" sz="5400" b="1" dirty="0">
                <a:latin typeface="Heiti SC Light"/>
                <a:ea typeface="Heiti SC Light"/>
                <a:cs typeface="Heiti SC Light"/>
              </a:rPr>
              <a:t>敬畏神</a:t>
            </a:r>
          </a:p>
          <a:p>
            <a:pPr marL="571500" indent="-571500">
              <a:buFont typeface="Wingdings" charset="2"/>
              <a:buChar char="u"/>
            </a:pPr>
            <a:r>
              <a:rPr lang="zh-TW" altLang="en-US" sz="5400" b="1" dirty="0" smtClean="0">
                <a:latin typeface="Heiti SC Light"/>
                <a:ea typeface="Heiti SC Light"/>
                <a:cs typeface="Heiti SC Light"/>
              </a:rPr>
              <a:t>被圣灵充满</a:t>
            </a:r>
            <a:endParaRPr lang="en-US" altLang="zh-TW" sz="5400" b="1" dirty="0" smtClean="0">
              <a:latin typeface="Heiti SC Light"/>
              <a:ea typeface="Heiti SC Light"/>
              <a:cs typeface="Heiti SC Light"/>
            </a:endParaRPr>
          </a:p>
          <a:p>
            <a:pPr marL="571500" indent="-571500">
              <a:buFont typeface="Wingdings" charset="2"/>
              <a:buChar char="u"/>
            </a:pPr>
            <a:endParaRPr lang="en-US" sz="2800" b="1" dirty="0">
              <a:latin typeface="Heiti SC Light"/>
              <a:ea typeface="Heiti SC Light"/>
              <a:cs typeface="Heiti SC Light"/>
            </a:endParaRPr>
          </a:p>
          <a:p>
            <a:r>
              <a:rPr lang="zh-TW" altLang="en-US" sz="2800" b="1" dirty="0" smtClean="0"/>
              <a:t>你们要圣洁</a:t>
            </a:r>
            <a:r>
              <a:rPr lang="zh-TW" altLang="en-US" sz="2800" b="1" dirty="0" smtClean="0"/>
              <a:t>，因为我是圣洁的（利未记</a:t>
            </a:r>
            <a:r>
              <a:rPr lang="en-US" altLang="zh-TW" sz="2800" b="1" dirty="0" smtClean="0"/>
              <a:t>11</a:t>
            </a:r>
            <a:r>
              <a:rPr lang="zh-TW" altLang="en-US" sz="2800" b="1" dirty="0" smtClean="0"/>
              <a:t>：</a:t>
            </a:r>
            <a:r>
              <a:rPr lang="en-US" altLang="zh-TW" sz="2800" b="1" dirty="0" smtClean="0"/>
              <a:t>44,45;</a:t>
            </a:r>
          </a:p>
          <a:p>
            <a:r>
              <a:rPr lang="zh-TW" altLang="en-US" sz="2800" b="1" dirty="0" smtClean="0"/>
              <a:t>彼前</a:t>
            </a:r>
            <a:r>
              <a:rPr lang="en-US" altLang="zh-TW" sz="2800" b="1" dirty="0" smtClean="0"/>
              <a:t> 1</a:t>
            </a:r>
            <a:r>
              <a:rPr lang="zh-TW" altLang="en-US" sz="2800" b="1" dirty="0" smtClean="0"/>
              <a:t>：</a:t>
            </a:r>
            <a:r>
              <a:rPr lang="en-US" altLang="zh-TW" sz="2800" b="1" dirty="0" smtClean="0"/>
              <a:t>16</a:t>
            </a:r>
            <a:r>
              <a:rPr lang="zh-TW" altLang="en-US" sz="2800" b="1" dirty="0" smtClean="0"/>
              <a:t>）</a:t>
            </a:r>
          </a:p>
          <a:p>
            <a:r>
              <a:rPr lang="zh-TW" altLang="en-US" sz="2800" b="1" dirty="0" smtClean="0"/>
              <a:t> </a:t>
            </a:r>
          </a:p>
          <a:p>
            <a:r>
              <a:rPr lang="zh-TW" altLang="en-US" sz="2800" b="1" dirty="0" smtClean="0"/>
              <a:t>但你们是被拣选的族群，是君王的祭司，是圣洁的国度，是他自己拥有的子民，好叫你们宣告召唤你们从黑暗中进入祂奇妙光明的那位的卓越。（</a:t>
            </a:r>
            <a:r>
              <a:rPr lang="zh-TW" altLang="en-US" sz="2800" b="1" dirty="0" smtClean="0"/>
              <a:t>彼前</a:t>
            </a:r>
            <a:r>
              <a:rPr lang="en-US" altLang="zh-TW" sz="2800" b="1" dirty="0" smtClean="0"/>
              <a:t> 2</a:t>
            </a:r>
            <a:r>
              <a:rPr lang="zh-TW" altLang="en-US" sz="2800" b="1" dirty="0" smtClean="0"/>
              <a:t>：</a:t>
            </a:r>
            <a:r>
              <a:rPr lang="en-US" altLang="zh-TW" sz="2800" b="1" dirty="0" smtClean="0"/>
              <a:t>9</a:t>
            </a:r>
            <a:r>
              <a:rPr lang="zh-TW" altLang="en-US" sz="2800" b="1" dirty="0" smtClean="0"/>
              <a:t>）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6094842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15679</TotalTime>
  <Words>870</Words>
  <Application>Microsoft Macintosh PowerPoint</Application>
  <PresentationFormat>On-screen Show (4:3)</PresentationFormat>
  <Paragraphs>155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 被圣灵充满  不 要 醉 酒 ， 酒 能 使 人 放 蕩 ； 乃 要 被 聖 靈 充 滿 。以 弗 所 書 5:18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被圣灵充满  不 要 醉 酒 ， 酒 能 使 人 放 蕩 ； 乃 要 被 聖 靈 充 滿 。以 弗 所 書 5:18  </vt:lpstr>
      <vt:lpstr>PowerPoint Presentation</vt:lpstr>
      <vt:lpstr>FEAR THE LORD 敬畏神 </vt:lpstr>
      <vt:lpstr> 圣洁的生活 --- 敬畏神 </vt:lpstr>
      <vt:lpstr>PowerPoint Presentation</vt:lpstr>
    </vt:vector>
  </TitlesOfParts>
  <Company>University of Idaho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SPIRIT-FILLED LIFE </dc:title>
  <dc:creator>Stephen Lee</dc:creator>
  <cp:lastModifiedBy>Stephen Lee</cp:lastModifiedBy>
  <cp:revision>105</cp:revision>
  <dcterms:created xsi:type="dcterms:W3CDTF">2024-08-26T22:44:48Z</dcterms:created>
  <dcterms:modified xsi:type="dcterms:W3CDTF">2024-09-08T04:31:41Z</dcterms:modified>
</cp:coreProperties>
</file>